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79" r:id="rId2"/>
    <p:sldId id="260" r:id="rId3"/>
    <p:sldId id="275" r:id="rId4"/>
    <p:sldId id="274" r:id="rId5"/>
    <p:sldId id="270" r:id="rId6"/>
    <p:sldId id="363" r:id="rId7"/>
    <p:sldId id="424" r:id="rId8"/>
    <p:sldId id="317" r:id="rId9"/>
    <p:sldId id="318" r:id="rId10"/>
    <p:sldId id="325" r:id="rId11"/>
    <p:sldId id="340" r:id="rId12"/>
    <p:sldId id="343" r:id="rId13"/>
    <p:sldId id="344" r:id="rId14"/>
    <p:sldId id="425" r:id="rId15"/>
    <p:sldId id="345" r:id="rId16"/>
    <p:sldId id="347" r:id="rId17"/>
    <p:sldId id="348" r:id="rId18"/>
    <p:sldId id="349" r:id="rId19"/>
    <p:sldId id="350" r:id="rId20"/>
    <p:sldId id="352" r:id="rId21"/>
    <p:sldId id="353" r:id="rId22"/>
    <p:sldId id="354" r:id="rId23"/>
    <p:sldId id="355" r:id="rId24"/>
    <p:sldId id="356" r:id="rId25"/>
    <p:sldId id="357" r:id="rId26"/>
    <p:sldId id="358" r:id="rId27"/>
    <p:sldId id="359" r:id="rId28"/>
    <p:sldId id="360" r:id="rId29"/>
    <p:sldId id="361" r:id="rId30"/>
    <p:sldId id="362" r:id="rId31"/>
  </p:sldIdLst>
  <p:sldSz cx="12192000" cy="6858000"/>
  <p:notesSz cx="6858000" cy="9144000"/>
  <p:defaultTextStyle>
    <a:defPPr>
      <a:defRPr lang="lt-L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C82172-B234-479E-9272-5A9187A58C69}" v="1" dt="2026-02-02T17:48:48.6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7" d="100"/>
          <a:sy n="97" d="100"/>
        </p:scale>
        <p:origin x="99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1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40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Žydrūnė Kelpšaitė" userId="e943768126acec1d" providerId="LiveId" clId="{31712FD7-FA85-48BA-9D35-5382388CFC74}"/>
    <pc:docChg chg="custSel addSld delSld modSld">
      <pc:chgData name="Žydrūnė Kelpšaitė" userId="e943768126acec1d" providerId="LiveId" clId="{31712FD7-FA85-48BA-9D35-5382388CFC74}" dt="2026-02-03T08:56:49.651" v="27" actId="1076"/>
      <pc:docMkLst>
        <pc:docMk/>
      </pc:docMkLst>
      <pc:sldChg chg="addSp delSp modSp mod">
        <pc:chgData name="Žydrūnė Kelpšaitė" userId="e943768126acec1d" providerId="LiveId" clId="{31712FD7-FA85-48BA-9D35-5382388CFC74}" dt="2026-02-03T07:34:50.337" v="25" actId="1076"/>
        <pc:sldMkLst>
          <pc:docMk/>
          <pc:sldMk cId="598965176" sldId="260"/>
        </pc:sldMkLst>
        <pc:picChg chg="del">
          <ac:chgData name="Žydrūnė Kelpšaitė" userId="e943768126acec1d" providerId="LiveId" clId="{31712FD7-FA85-48BA-9D35-5382388CFC74}" dt="2026-02-03T06:33:37.649" v="16" actId="478"/>
          <ac:picMkLst>
            <pc:docMk/>
            <pc:sldMk cId="598965176" sldId="260"/>
            <ac:picMk id="4" creationId="{03E85426-6E41-4D70-6C81-8F03AFAE48F1}"/>
          </ac:picMkLst>
        </pc:picChg>
        <pc:picChg chg="add mod">
          <ac:chgData name="Žydrūnė Kelpšaitė" userId="e943768126acec1d" providerId="LiveId" clId="{31712FD7-FA85-48BA-9D35-5382388CFC74}" dt="2026-02-03T07:34:50.337" v="25" actId="1076"/>
          <ac:picMkLst>
            <pc:docMk/>
            <pc:sldMk cId="598965176" sldId="260"/>
            <ac:picMk id="5" creationId="{9F18F9B9-A022-36B8-0535-B789C0870AF4}"/>
          </ac:picMkLst>
        </pc:picChg>
      </pc:sldChg>
      <pc:sldChg chg="addSp delSp modSp mod">
        <pc:chgData name="Žydrūnė Kelpšaitė" userId="e943768126acec1d" providerId="LiveId" clId="{31712FD7-FA85-48BA-9D35-5382388CFC74}" dt="2026-02-02T17:46:56.719" v="4" actId="1076"/>
        <pc:sldMkLst>
          <pc:docMk/>
          <pc:sldMk cId="469815673" sldId="279"/>
        </pc:sldMkLst>
        <pc:picChg chg="del">
          <ac:chgData name="Žydrūnė Kelpšaitė" userId="e943768126acec1d" providerId="LiveId" clId="{31712FD7-FA85-48BA-9D35-5382388CFC74}" dt="2026-02-02T17:46:35.371" v="0" actId="478"/>
          <ac:picMkLst>
            <pc:docMk/>
            <pc:sldMk cId="469815673" sldId="279"/>
            <ac:picMk id="5" creationId="{09865790-F722-DA6E-B2C3-00B0ACF0A048}"/>
          </ac:picMkLst>
        </pc:picChg>
        <pc:picChg chg="add mod">
          <ac:chgData name="Žydrūnė Kelpšaitė" userId="e943768126acec1d" providerId="LiveId" clId="{31712FD7-FA85-48BA-9D35-5382388CFC74}" dt="2026-02-02T17:46:56.719" v="4" actId="1076"/>
          <ac:picMkLst>
            <pc:docMk/>
            <pc:sldMk cId="469815673" sldId="279"/>
            <ac:picMk id="7" creationId="{D25B6367-C1F6-614C-0082-1A8D4D3D48F3}"/>
          </ac:picMkLst>
        </pc:picChg>
      </pc:sldChg>
      <pc:sldChg chg="del">
        <pc:chgData name="Žydrūnė Kelpšaitė" userId="e943768126acec1d" providerId="LiveId" clId="{31712FD7-FA85-48BA-9D35-5382388CFC74}" dt="2026-02-02T17:48:03.853" v="7" actId="47"/>
        <pc:sldMkLst>
          <pc:docMk/>
          <pc:sldMk cId="3477126951" sldId="324"/>
        </pc:sldMkLst>
      </pc:sldChg>
      <pc:sldChg chg="del">
        <pc:chgData name="Žydrūnė Kelpšaitė" userId="e943768126acec1d" providerId="LiveId" clId="{31712FD7-FA85-48BA-9D35-5382388CFC74}" dt="2026-02-02T17:47:55.390" v="5" actId="47"/>
        <pc:sldMkLst>
          <pc:docMk/>
          <pc:sldMk cId="1743642863" sldId="326"/>
        </pc:sldMkLst>
      </pc:sldChg>
      <pc:sldChg chg="del">
        <pc:chgData name="Žydrūnė Kelpšaitė" userId="e943768126acec1d" providerId="LiveId" clId="{31712FD7-FA85-48BA-9D35-5382388CFC74}" dt="2026-02-02T17:47:55.390" v="5" actId="47"/>
        <pc:sldMkLst>
          <pc:docMk/>
          <pc:sldMk cId="3008491622" sldId="327"/>
        </pc:sldMkLst>
      </pc:sldChg>
      <pc:sldChg chg="del">
        <pc:chgData name="Žydrūnė Kelpšaitė" userId="e943768126acec1d" providerId="LiveId" clId="{31712FD7-FA85-48BA-9D35-5382388CFC74}" dt="2026-02-02T17:47:55.390" v="5" actId="47"/>
        <pc:sldMkLst>
          <pc:docMk/>
          <pc:sldMk cId="476639279" sldId="328"/>
        </pc:sldMkLst>
      </pc:sldChg>
      <pc:sldChg chg="del">
        <pc:chgData name="Žydrūnė Kelpšaitė" userId="e943768126acec1d" providerId="LiveId" clId="{31712FD7-FA85-48BA-9D35-5382388CFC74}" dt="2026-02-02T17:47:55.390" v="5" actId="47"/>
        <pc:sldMkLst>
          <pc:docMk/>
          <pc:sldMk cId="1190974166" sldId="329"/>
        </pc:sldMkLst>
      </pc:sldChg>
      <pc:sldChg chg="del">
        <pc:chgData name="Žydrūnė Kelpšaitė" userId="e943768126acec1d" providerId="LiveId" clId="{31712FD7-FA85-48BA-9D35-5382388CFC74}" dt="2026-02-02T17:47:55.390" v="5" actId="47"/>
        <pc:sldMkLst>
          <pc:docMk/>
          <pc:sldMk cId="300087462" sldId="330"/>
        </pc:sldMkLst>
      </pc:sldChg>
      <pc:sldChg chg="del">
        <pc:chgData name="Žydrūnė Kelpšaitė" userId="e943768126acec1d" providerId="LiveId" clId="{31712FD7-FA85-48BA-9D35-5382388CFC74}" dt="2026-02-02T17:47:55.390" v="5" actId="47"/>
        <pc:sldMkLst>
          <pc:docMk/>
          <pc:sldMk cId="204926539" sldId="331"/>
        </pc:sldMkLst>
      </pc:sldChg>
      <pc:sldChg chg="del">
        <pc:chgData name="Žydrūnė Kelpšaitė" userId="e943768126acec1d" providerId="LiveId" clId="{31712FD7-FA85-48BA-9D35-5382388CFC74}" dt="2026-02-02T17:47:55.390" v="5" actId="47"/>
        <pc:sldMkLst>
          <pc:docMk/>
          <pc:sldMk cId="3463720625" sldId="332"/>
        </pc:sldMkLst>
      </pc:sldChg>
      <pc:sldChg chg="del">
        <pc:chgData name="Žydrūnė Kelpšaitė" userId="e943768126acec1d" providerId="LiveId" clId="{31712FD7-FA85-48BA-9D35-5382388CFC74}" dt="2026-02-02T17:47:55.390" v="5" actId="47"/>
        <pc:sldMkLst>
          <pc:docMk/>
          <pc:sldMk cId="1699312392" sldId="333"/>
        </pc:sldMkLst>
      </pc:sldChg>
      <pc:sldChg chg="del">
        <pc:chgData name="Žydrūnė Kelpšaitė" userId="e943768126acec1d" providerId="LiveId" clId="{31712FD7-FA85-48BA-9D35-5382388CFC74}" dt="2026-02-02T17:47:55.390" v="5" actId="47"/>
        <pc:sldMkLst>
          <pc:docMk/>
          <pc:sldMk cId="342527395" sldId="334"/>
        </pc:sldMkLst>
      </pc:sldChg>
      <pc:sldChg chg="del">
        <pc:chgData name="Žydrūnė Kelpšaitė" userId="e943768126acec1d" providerId="LiveId" clId="{31712FD7-FA85-48BA-9D35-5382388CFC74}" dt="2026-02-02T17:47:55.390" v="5" actId="47"/>
        <pc:sldMkLst>
          <pc:docMk/>
          <pc:sldMk cId="3794055013" sldId="335"/>
        </pc:sldMkLst>
      </pc:sldChg>
      <pc:sldChg chg="del">
        <pc:chgData name="Žydrūnė Kelpšaitė" userId="e943768126acec1d" providerId="LiveId" clId="{31712FD7-FA85-48BA-9D35-5382388CFC74}" dt="2026-02-02T17:47:55.390" v="5" actId="47"/>
        <pc:sldMkLst>
          <pc:docMk/>
          <pc:sldMk cId="1353066162" sldId="336"/>
        </pc:sldMkLst>
      </pc:sldChg>
      <pc:sldChg chg="del">
        <pc:chgData name="Žydrūnė Kelpšaitė" userId="e943768126acec1d" providerId="LiveId" clId="{31712FD7-FA85-48BA-9D35-5382388CFC74}" dt="2026-02-02T17:47:55.390" v="5" actId="47"/>
        <pc:sldMkLst>
          <pc:docMk/>
          <pc:sldMk cId="2788570541" sldId="337"/>
        </pc:sldMkLst>
      </pc:sldChg>
      <pc:sldChg chg="del">
        <pc:chgData name="Žydrūnė Kelpšaitė" userId="e943768126acec1d" providerId="LiveId" clId="{31712FD7-FA85-48BA-9D35-5382388CFC74}" dt="2026-02-02T17:47:55.390" v="5" actId="47"/>
        <pc:sldMkLst>
          <pc:docMk/>
          <pc:sldMk cId="1022396417" sldId="338"/>
        </pc:sldMkLst>
      </pc:sldChg>
      <pc:sldChg chg="del">
        <pc:chgData name="Žydrūnė Kelpšaitė" userId="e943768126acec1d" providerId="LiveId" clId="{31712FD7-FA85-48BA-9D35-5382388CFC74}" dt="2026-02-02T17:47:55.390" v="5" actId="47"/>
        <pc:sldMkLst>
          <pc:docMk/>
          <pc:sldMk cId="1900445534" sldId="339"/>
        </pc:sldMkLst>
      </pc:sldChg>
      <pc:sldChg chg="del">
        <pc:chgData name="Žydrūnė Kelpšaitė" userId="e943768126acec1d" providerId="LiveId" clId="{31712FD7-FA85-48BA-9D35-5382388CFC74}" dt="2026-02-02T17:47:55.390" v="5" actId="47"/>
        <pc:sldMkLst>
          <pc:docMk/>
          <pc:sldMk cId="70129474" sldId="342"/>
        </pc:sldMkLst>
      </pc:sldChg>
      <pc:sldChg chg="addSp modSp add mod">
        <pc:chgData name="Žydrūnė Kelpšaitė" userId="e943768126acec1d" providerId="LiveId" clId="{31712FD7-FA85-48BA-9D35-5382388CFC74}" dt="2026-02-03T06:40:03.988" v="24" actId="962"/>
        <pc:sldMkLst>
          <pc:docMk/>
          <pc:sldMk cId="2830791103" sldId="343"/>
        </pc:sldMkLst>
        <pc:picChg chg="add mod">
          <ac:chgData name="Žydrūnė Kelpšaitė" userId="e943768126acec1d" providerId="LiveId" clId="{31712FD7-FA85-48BA-9D35-5382388CFC74}" dt="2026-02-03T06:40:03.988" v="24" actId="962"/>
          <ac:picMkLst>
            <pc:docMk/>
            <pc:sldMk cId="2830791103" sldId="343"/>
            <ac:picMk id="4" creationId="{0EB57BF4-359C-1D6F-CBED-74B95405E1D9}"/>
          </ac:picMkLst>
        </pc:picChg>
      </pc:sldChg>
      <pc:sldChg chg="addSp delSp modSp add mod">
        <pc:chgData name="Žydrūnė Kelpšaitė" userId="e943768126acec1d" providerId="LiveId" clId="{31712FD7-FA85-48BA-9D35-5382388CFC74}" dt="2026-02-02T17:50:12.882" v="15" actId="1076"/>
        <pc:sldMkLst>
          <pc:docMk/>
          <pc:sldMk cId="385847360" sldId="344"/>
        </pc:sldMkLst>
        <pc:picChg chg="del">
          <ac:chgData name="Žydrūnė Kelpšaitė" userId="e943768126acec1d" providerId="LiveId" clId="{31712FD7-FA85-48BA-9D35-5382388CFC74}" dt="2026-02-02T17:49:58.459" v="10" actId="478"/>
          <ac:picMkLst>
            <pc:docMk/>
            <pc:sldMk cId="385847360" sldId="344"/>
            <ac:picMk id="4" creationId="{A6DD48AB-B2B2-98F0-DFB2-32B393BB7153}"/>
          </ac:picMkLst>
        </pc:picChg>
        <pc:picChg chg="add mod">
          <ac:chgData name="Žydrūnė Kelpšaitė" userId="e943768126acec1d" providerId="LiveId" clId="{31712FD7-FA85-48BA-9D35-5382388CFC74}" dt="2026-02-02T17:50:12.882" v="15" actId="1076"/>
          <ac:picMkLst>
            <pc:docMk/>
            <pc:sldMk cId="385847360" sldId="344"/>
            <ac:picMk id="5" creationId="{CE6A4092-EA9A-21C9-D4EA-ED1644D2E719}"/>
          </ac:picMkLst>
        </pc:picChg>
      </pc:sldChg>
      <pc:sldChg chg="add">
        <pc:chgData name="Žydrūnė Kelpšaitė" userId="e943768126acec1d" providerId="LiveId" clId="{31712FD7-FA85-48BA-9D35-5382388CFC74}" dt="2026-02-02T17:48:48.598" v="8"/>
        <pc:sldMkLst>
          <pc:docMk/>
          <pc:sldMk cId="2436129843" sldId="345"/>
        </pc:sldMkLst>
      </pc:sldChg>
      <pc:sldChg chg="add">
        <pc:chgData name="Žydrūnė Kelpšaitė" userId="e943768126acec1d" providerId="LiveId" clId="{31712FD7-FA85-48BA-9D35-5382388CFC74}" dt="2026-02-02T17:48:48.598" v="8"/>
        <pc:sldMkLst>
          <pc:docMk/>
          <pc:sldMk cId="1802883335" sldId="347"/>
        </pc:sldMkLst>
      </pc:sldChg>
      <pc:sldChg chg="add">
        <pc:chgData name="Žydrūnė Kelpšaitė" userId="e943768126acec1d" providerId="LiveId" clId="{31712FD7-FA85-48BA-9D35-5382388CFC74}" dt="2026-02-02T17:48:48.598" v="8"/>
        <pc:sldMkLst>
          <pc:docMk/>
          <pc:sldMk cId="1085161342" sldId="348"/>
        </pc:sldMkLst>
      </pc:sldChg>
      <pc:sldChg chg="add">
        <pc:chgData name="Žydrūnė Kelpšaitė" userId="e943768126acec1d" providerId="LiveId" clId="{31712FD7-FA85-48BA-9D35-5382388CFC74}" dt="2026-02-02T17:48:48.598" v="8"/>
        <pc:sldMkLst>
          <pc:docMk/>
          <pc:sldMk cId="3097346560" sldId="349"/>
        </pc:sldMkLst>
      </pc:sldChg>
      <pc:sldChg chg="add">
        <pc:chgData name="Žydrūnė Kelpšaitė" userId="e943768126acec1d" providerId="LiveId" clId="{31712FD7-FA85-48BA-9D35-5382388CFC74}" dt="2026-02-02T17:48:48.598" v="8"/>
        <pc:sldMkLst>
          <pc:docMk/>
          <pc:sldMk cId="1754370034" sldId="350"/>
        </pc:sldMkLst>
      </pc:sldChg>
      <pc:sldChg chg="add">
        <pc:chgData name="Žydrūnė Kelpšaitė" userId="e943768126acec1d" providerId="LiveId" clId="{31712FD7-FA85-48BA-9D35-5382388CFC74}" dt="2026-02-02T17:48:48.598" v="8"/>
        <pc:sldMkLst>
          <pc:docMk/>
          <pc:sldMk cId="2993449451" sldId="351"/>
        </pc:sldMkLst>
      </pc:sldChg>
      <pc:sldChg chg="add">
        <pc:chgData name="Žydrūnė Kelpšaitė" userId="e943768126acec1d" providerId="LiveId" clId="{31712FD7-FA85-48BA-9D35-5382388CFC74}" dt="2026-02-02T17:48:48.598" v="8"/>
        <pc:sldMkLst>
          <pc:docMk/>
          <pc:sldMk cId="3764968299" sldId="352"/>
        </pc:sldMkLst>
      </pc:sldChg>
      <pc:sldChg chg="add">
        <pc:chgData name="Žydrūnė Kelpšaitė" userId="e943768126acec1d" providerId="LiveId" clId="{31712FD7-FA85-48BA-9D35-5382388CFC74}" dt="2026-02-02T17:48:48.598" v="8"/>
        <pc:sldMkLst>
          <pc:docMk/>
          <pc:sldMk cId="3587532282" sldId="353"/>
        </pc:sldMkLst>
      </pc:sldChg>
      <pc:sldChg chg="add">
        <pc:chgData name="Žydrūnė Kelpšaitė" userId="e943768126acec1d" providerId="LiveId" clId="{31712FD7-FA85-48BA-9D35-5382388CFC74}" dt="2026-02-02T17:48:48.598" v="8"/>
        <pc:sldMkLst>
          <pc:docMk/>
          <pc:sldMk cId="2879680970" sldId="354"/>
        </pc:sldMkLst>
      </pc:sldChg>
      <pc:sldChg chg="add">
        <pc:chgData name="Žydrūnė Kelpšaitė" userId="e943768126acec1d" providerId="LiveId" clId="{31712FD7-FA85-48BA-9D35-5382388CFC74}" dt="2026-02-02T17:48:48.598" v="8"/>
        <pc:sldMkLst>
          <pc:docMk/>
          <pc:sldMk cId="1170623954" sldId="355"/>
        </pc:sldMkLst>
      </pc:sldChg>
      <pc:sldChg chg="modSp add mod">
        <pc:chgData name="Žydrūnė Kelpšaitė" userId="e943768126acec1d" providerId="LiveId" clId="{31712FD7-FA85-48BA-9D35-5382388CFC74}" dt="2026-02-03T08:56:49.651" v="27" actId="1076"/>
        <pc:sldMkLst>
          <pc:docMk/>
          <pc:sldMk cId="1460449595" sldId="356"/>
        </pc:sldMkLst>
        <pc:picChg chg="mod">
          <ac:chgData name="Žydrūnė Kelpšaitė" userId="e943768126acec1d" providerId="LiveId" clId="{31712FD7-FA85-48BA-9D35-5382388CFC74}" dt="2026-02-03T08:56:49.651" v="27" actId="1076"/>
          <ac:picMkLst>
            <pc:docMk/>
            <pc:sldMk cId="1460449595" sldId="356"/>
            <ac:picMk id="4" creationId="{4694EF05-8FE9-6686-E7B0-E1177D7EE3EB}"/>
          </ac:picMkLst>
        </pc:picChg>
      </pc:sldChg>
      <pc:sldChg chg="add">
        <pc:chgData name="Žydrūnė Kelpšaitė" userId="e943768126acec1d" providerId="LiveId" clId="{31712FD7-FA85-48BA-9D35-5382388CFC74}" dt="2026-02-02T17:48:48.598" v="8"/>
        <pc:sldMkLst>
          <pc:docMk/>
          <pc:sldMk cId="3409946574" sldId="357"/>
        </pc:sldMkLst>
      </pc:sldChg>
      <pc:sldChg chg="add">
        <pc:chgData name="Žydrūnė Kelpšaitė" userId="e943768126acec1d" providerId="LiveId" clId="{31712FD7-FA85-48BA-9D35-5382388CFC74}" dt="2026-02-02T17:48:48.598" v="8"/>
        <pc:sldMkLst>
          <pc:docMk/>
          <pc:sldMk cId="3058703206" sldId="358"/>
        </pc:sldMkLst>
      </pc:sldChg>
      <pc:sldChg chg="add">
        <pc:chgData name="Žydrūnė Kelpšaitė" userId="e943768126acec1d" providerId="LiveId" clId="{31712FD7-FA85-48BA-9D35-5382388CFC74}" dt="2026-02-02T17:48:48.598" v="8"/>
        <pc:sldMkLst>
          <pc:docMk/>
          <pc:sldMk cId="2345229393" sldId="359"/>
        </pc:sldMkLst>
      </pc:sldChg>
      <pc:sldChg chg="add">
        <pc:chgData name="Žydrūnė Kelpšaitė" userId="e943768126acec1d" providerId="LiveId" clId="{31712FD7-FA85-48BA-9D35-5382388CFC74}" dt="2026-02-02T17:48:48.598" v="8"/>
        <pc:sldMkLst>
          <pc:docMk/>
          <pc:sldMk cId="1097460681" sldId="360"/>
        </pc:sldMkLst>
      </pc:sldChg>
      <pc:sldChg chg="add">
        <pc:chgData name="Žydrūnė Kelpšaitė" userId="e943768126acec1d" providerId="LiveId" clId="{31712FD7-FA85-48BA-9D35-5382388CFC74}" dt="2026-02-02T17:48:48.598" v="8"/>
        <pc:sldMkLst>
          <pc:docMk/>
          <pc:sldMk cId="3196980274" sldId="361"/>
        </pc:sldMkLst>
      </pc:sldChg>
      <pc:sldChg chg="add">
        <pc:chgData name="Žydrūnė Kelpšaitė" userId="e943768126acec1d" providerId="LiveId" clId="{31712FD7-FA85-48BA-9D35-5382388CFC74}" dt="2026-02-02T17:48:48.598" v="8"/>
        <pc:sldMkLst>
          <pc:docMk/>
          <pc:sldMk cId="2712793811" sldId="362"/>
        </pc:sldMkLst>
      </pc:sldChg>
      <pc:sldChg chg="add">
        <pc:chgData name="Žydrūnė Kelpšaitė" userId="e943768126acec1d" providerId="LiveId" clId="{31712FD7-FA85-48BA-9D35-5382388CFC74}" dt="2026-02-02T17:49:53.517" v="9" actId="2890"/>
        <pc:sldMkLst>
          <pc:docMk/>
          <pc:sldMk cId="1693246829" sldId="425"/>
        </pc:sldMkLst>
      </pc:sldChg>
      <pc:sldChg chg="del">
        <pc:chgData name="Žydrūnė Kelpšaitė" userId="e943768126acec1d" providerId="LiveId" clId="{31712FD7-FA85-48BA-9D35-5382388CFC74}" dt="2026-02-02T17:47:57.810" v="6" actId="47"/>
        <pc:sldMkLst>
          <pc:docMk/>
          <pc:sldMk cId="3200056165" sldId="42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traštės vietos rezervavimo ženklas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t-LT"/>
          </a:p>
        </p:txBody>
      </p:sp>
      <p:sp>
        <p:nvSpPr>
          <p:cNvPr id="3" name="Datos vietos rezervavimo ženklas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2A7EA0-0E4B-466A-915E-9CA503184FEF}" type="datetimeFigureOut">
              <a:rPr lang="lt-LT" smtClean="0"/>
              <a:t>2026-02-25</a:t>
            </a:fld>
            <a:endParaRPr lang="lt-LT"/>
          </a:p>
        </p:txBody>
      </p:sp>
      <p:sp>
        <p:nvSpPr>
          <p:cNvPr id="4" name="Skaidrės vaizdo vietos rezervavimo ženkla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t-LT"/>
          </a:p>
        </p:txBody>
      </p:sp>
      <p:sp>
        <p:nvSpPr>
          <p:cNvPr id="5" name="Pastabų vietos rezervavimo ženkl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6" name="Poraštės vietos rezervavimo ženklas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t-LT"/>
          </a:p>
        </p:txBody>
      </p:sp>
      <p:sp>
        <p:nvSpPr>
          <p:cNvPr id="7" name="Skaidrės numerio vietos rezervavimo ženklas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DB439F-9674-45B5-8C96-D557AAA85883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031725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avadinimo skaidr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2186BD0A-411D-AD1D-438A-7299041C9E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Antrinis pavadinimas 2">
            <a:extLst>
              <a:ext uri="{FF2B5EF4-FFF2-40B4-BE49-F238E27FC236}">
                <a16:creationId xmlns:a16="http://schemas.microsoft.com/office/drawing/2014/main" id="{1A5C54BB-223F-0EBC-9322-EEE091C3F1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lt-LT"/>
              <a:t>Spustelėkite norėdami redaguoti šablono paantraštės stilių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AC1C8A8C-4A2E-E244-9A2E-8B455F9BB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2026-02-25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BE9722F3-19FC-7BA5-3F9A-BDCC884AE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7DAC41C7-ABB6-756A-839E-B9444F96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533522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avadinimas ir turin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D2C4F1F-53AA-C224-D249-1757A32A3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FE26CBD1-CCF5-1522-C598-D897F5FF4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F7936920-7C1F-C393-79FF-B13157B02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2026-02-25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310E2695-170F-B8E8-237E-C0C935185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B8F95F60-DC19-0869-F9D1-7577F8FA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808860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kcijos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1E938056-BC7B-86A3-8268-CDC293DDD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Teksto vietos rezervavimo ženklas 2">
            <a:extLst>
              <a:ext uri="{FF2B5EF4-FFF2-40B4-BE49-F238E27FC236}">
                <a16:creationId xmlns:a16="http://schemas.microsoft.com/office/drawing/2014/main" id="{48E7D24E-3F2E-8141-49C9-01152811D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E25D64EF-B2B5-262B-ED84-1777C1284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2026-02-25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07C6EB76-7ED6-981B-75BA-9E817626B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2C477AFB-6204-940D-56F3-155C048AA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112140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 turini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A908604-323F-BD84-9888-6D55FAEF9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BA2F68FD-9967-3DED-6C46-6A93067561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Turinio vietos rezervavimo ženklas 3">
            <a:extLst>
              <a:ext uri="{FF2B5EF4-FFF2-40B4-BE49-F238E27FC236}">
                <a16:creationId xmlns:a16="http://schemas.microsoft.com/office/drawing/2014/main" id="{E321983F-C309-5657-4A0A-D8AB62BCFA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5" name="Datos vietos rezervavimo ženklas 4">
            <a:extLst>
              <a:ext uri="{FF2B5EF4-FFF2-40B4-BE49-F238E27FC236}">
                <a16:creationId xmlns:a16="http://schemas.microsoft.com/office/drawing/2014/main" id="{EB703BDE-835E-B15A-B369-256C11FEF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2026-02-25</a:t>
            </a:fld>
            <a:endParaRPr lang="lt-LT"/>
          </a:p>
        </p:txBody>
      </p:sp>
      <p:sp>
        <p:nvSpPr>
          <p:cNvPr id="6" name="Poraštės vietos rezervavimo ženklas 5">
            <a:extLst>
              <a:ext uri="{FF2B5EF4-FFF2-40B4-BE49-F238E27FC236}">
                <a16:creationId xmlns:a16="http://schemas.microsoft.com/office/drawing/2014/main" id="{840BB2C4-806B-3FA8-AB91-DEE93905D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kaidrės numerio vietos rezervavimo ženklas 6">
            <a:extLst>
              <a:ext uri="{FF2B5EF4-FFF2-40B4-BE49-F238E27FC236}">
                <a16:creationId xmlns:a16="http://schemas.microsoft.com/office/drawing/2014/main" id="{AA59D770-BFE1-5172-A411-1902C365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282423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Lygini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7CFABC92-31D7-959D-6114-6E02CDB8C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eksto vietos rezervavimo ženklas 2">
            <a:extLst>
              <a:ext uri="{FF2B5EF4-FFF2-40B4-BE49-F238E27FC236}">
                <a16:creationId xmlns:a16="http://schemas.microsoft.com/office/drawing/2014/main" id="{1FF4F41B-6B00-5D3C-5920-60B0547B8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4" name="Turinio vietos rezervavimo ženklas 3">
            <a:extLst>
              <a:ext uri="{FF2B5EF4-FFF2-40B4-BE49-F238E27FC236}">
                <a16:creationId xmlns:a16="http://schemas.microsoft.com/office/drawing/2014/main" id="{07F9AC37-0FAC-9411-6561-A02BFF5566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5" name="Teksto vietos rezervavimo ženklas 4">
            <a:extLst>
              <a:ext uri="{FF2B5EF4-FFF2-40B4-BE49-F238E27FC236}">
                <a16:creationId xmlns:a16="http://schemas.microsoft.com/office/drawing/2014/main" id="{E335304E-D8EA-21E5-BFE9-AD376A4820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6" name="Turinio vietos rezervavimo ženklas 5">
            <a:extLst>
              <a:ext uri="{FF2B5EF4-FFF2-40B4-BE49-F238E27FC236}">
                <a16:creationId xmlns:a16="http://schemas.microsoft.com/office/drawing/2014/main" id="{5414D5F8-7A67-C36F-8D03-44694D8EC0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7" name="Datos vietos rezervavimo ženklas 6">
            <a:extLst>
              <a:ext uri="{FF2B5EF4-FFF2-40B4-BE49-F238E27FC236}">
                <a16:creationId xmlns:a16="http://schemas.microsoft.com/office/drawing/2014/main" id="{395F54C8-7B14-AEAD-FBBC-B2099BCBB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2026-02-25</a:t>
            </a:fld>
            <a:endParaRPr lang="lt-LT"/>
          </a:p>
        </p:txBody>
      </p:sp>
      <p:sp>
        <p:nvSpPr>
          <p:cNvPr id="8" name="Poraštės vietos rezervavimo ženklas 7">
            <a:extLst>
              <a:ext uri="{FF2B5EF4-FFF2-40B4-BE49-F238E27FC236}">
                <a16:creationId xmlns:a16="http://schemas.microsoft.com/office/drawing/2014/main" id="{024279C0-BB92-7051-8327-500F795E4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9" name="Skaidrės numerio vietos rezervavimo ženklas 8">
            <a:extLst>
              <a:ext uri="{FF2B5EF4-FFF2-40B4-BE49-F238E27FC236}">
                <a16:creationId xmlns:a16="http://schemas.microsoft.com/office/drawing/2014/main" id="{20FA149D-955C-A699-B169-201E6CE9E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517766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k pavadini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CFAB11B4-6854-3A93-F5BF-16A38854A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Datos vietos rezervavimo ženklas 2">
            <a:extLst>
              <a:ext uri="{FF2B5EF4-FFF2-40B4-BE49-F238E27FC236}">
                <a16:creationId xmlns:a16="http://schemas.microsoft.com/office/drawing/2014/main" id="{FFD6B17D-7465-82F7-4CA5-B92C23404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2026-02-25</a:t>
            </a:fld>
            <a:endParaRPr lang="lt-LT"/>
          </a:p>
        </p:txBody>
      </p:sp>
      <p:sp>
        <p:nvSpPr>
          <p:cNvPr id="4" name="Poraštės vietos rezervavimo ženklas 3">
            <a:extLst>
              <a:ext uri="{FF2B5EF4-FFF2-40B4-BE49-F238E27FC236}">
                <a16:creationId xmlns:a16="http://schemas.microsoft.com/office/drawing/2014/main" id="{36A3DD48-2698-34C4-9190-B00A75B76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5" name="Skaidrės numerio vietos rezervavimo ženklas 4">
            <a:extLst>
              <a:ext uri="{FF2B5EF4-FFF2-40B4-BE49-F238E27FC236}">
                <a16:creationId xmlns:a16="http://schemas.microsoft.com/office/drawing/2014/main" id="{C7A0DB22-D455-9667-1765-436D76C5B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489654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ušč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os vietos rezervavimo ženklas 1">
            <a:extLst>
              <a:ext uri="{FF2B5EF4-FFF2-40B4-BE49-F238E27FC236}">
                <a16:creationId xmlns:a16="http://schemas.microsoft.com/office/drawing/2014/main" id="{308AF72A-122A-6D10-5B09-A706E56D4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2026-02-25</a:t>
            </a:fld>
            <a:endParaRPr lang="lt-LT"/>
          </a:p>
        </p:txBody>
      </p:sp>
      <p:sp>
        <p:nvSpPr>
          <p:cNvPr id="3" name="Poraštės vietos rezervavimo ženklas 2">
            <a:extLst>
              <a:ext uri="{FF2B5EF4-FFF2-40B4-BE49-F238E27FC236}">
                <a16:creationId xmlns:a16="http://schemas.microsoft.com/office/drawing/2014/main" id="{5D8FCFDF-9B82-1748-66C1-6AE02FB61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4" name="Skaidrės numerio vietos rezervavimo ženklas 3">
            <a:extLst>
              <a:ext uri="{FF2B5EF4-FFF2-40B4-BE49-F238E27FC236}">
                <a16:creationId xmlns:a16="http://schemas.microsoft.com/office/drawing/2014/main" id="{C3F73403-7770-6087-2CC9-D0698C919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272137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urinys ir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0149C66A-F251-C209-ACAF-443E6B63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04E297DE-1926-E699-123A-244C12EEA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Teksto vietos rezervavimo ženklas 3">
            <a:extLst>
              <a:ext uri="{FF2B5EF4-FFF2-40B4-BE49-F238E27FC236}">
                <a16:creationId xmlns:a16="http://schemas.microsoft.com/office/drawing/2014/main" id="{D36AD1CE-6D20-FDAF-FC49-0B30ED908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5" name="Datos vietos rezervavimo ženklas 4">
            <a:extLst>
              <a:ext uri="{FF2B5EF4-FFF2-40B4-BE49-F238E27FC236}">
                <a16:creationId xmlns:a16="http://schemas.microsoft.com/office/drawing/2014/main" id="{33840543-475C-2DB2-1AB6-DC21FA813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2026-02-25</a:t>
            </a:fld>
            <a:endParaRPr lang="lt-LT"/>
          </a:p>
        </p:txBody>
      </p:sp>
      <p:sp>
        <p:nvSpPr>
          <p:cNvPr id="6" name="Poraštės vietos rezervavimo ženklas 5">
            <a:extLst>
              <a:ext uri="{FF2B5EF4-FFF2-40B4-BE49-F238E27FC236}">
                <a16:creationId xmlns:a16="http://schemas.microsoft.com/office/drawing/2014/main" id="{D25481C2-75F0-9EB2-129F-B3246F30D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kaidrės numerio vietos rezervavimo ženklas 6">
            <a:extLst>
              <a:ext uri="{FF2B5EF4-FFF2-40B4-BE49-F238E27FC236}">
                <a16:creationId xmlns:a16="http://schemas.microsoft.com/office/drawing/2014/main" id="{8EEF98B5-ED5D-B2A1-CD72-AEACCD63E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21730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aveikslėlis ir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15C211F-BF8D-D62E-F454-0F1EC6966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Paveikslėlio vietos rezervavimo ženklas 2">
            <a:extLst>
              <a:ext uri="{FF2B5EF4-FFF2-40B4-BE49-F238E27FC236}">
                <a16:creationId xmlns:a16="http://schemas.microsoft.com/office/drawing/2014/main" id="{82795E7E-A36F-25A4-10D1-5B2E7D889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t-LT"/>
          </a:p>
        </p:txBody>
      </p:sp>
      <p:sp>
        <p:nvSpPr>
          <p:cNvPr id="4" name="Teksto vietos rezervavimo ženklas 3">
            <a:extLst>
              <a:ext uri="{FF2B5EF4-FFF2-40B4-BE49-F238E27FC236}">
                <a16:creationId xmlns:a16="http://schemas.microsoft.com/office/drawing/2014/main" id="{17BE690F-C859-7881-0008-DCD657902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5" name="Datos vietos rezervavimo ženklas 4">
            <a:extLst>
              <a:ext uri="{FF2B5EF4-FFF2-40B4-BE49-F238E27FC236}">
                <a16:creationId xmlns:a16="http://schemas.microsoft.com/office/drawing/2014/main" id="{42ADAE4F-B218-72E1-886F-843138518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2026-02-25</a:t>
            </a:fld>
            <a:endParaRPr lang="lt-LT"/>
          </a:p>
        </p:txBody>
      </p:sp>
      <p:sp>
        <p:nvSpPr>
          <p:cNvPr id="6" name="Poraštės vietos rezervavimo ženklas 5">
            <a:extLst>
              <a:ext uri="{FF2B5EF4-FFF2-40B4-BE49-F238E27FC236}">
                <a16:creationId xmlns:a16="http://schemas.microsoft.com/office/drawing/2014/main" id="{7FFCD34F-73DC-51CC-902C-4C5A95390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kaidrės numerio vietos rezervavimo ženklas 6">
            <a:extLst>
              <a:ext uri="{FF2B5EF4-FFF2-40B4-BE49-F238E27FC236}">
                <a16:creationId xmlns:a16="http://schemas.microsoft.com/office/drawing/2014/main" id="{EACED031-B09B-A2F5-8A6A-666283C41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221551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Pavadinimas ir vertikalus 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C6719EE8-3BDD-C44F-C339-A00087A42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Vertikalaus teksto vietos rezervavimo ženklas 2">
            <a:extLst>
              <a:ext uri="{FF2B5EF4-FFF2-40B4-BE49-F238E27FC236}">
                <a16:creationId xmlns:a16="http://schemas.microsoft.com/office/drawing/2014/main" id="{E2826984-928F-C265-4F97-95E3EFE36D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3BF37253-2BF2-21DB-3A23-F85D5A7E0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2026-02-25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2F7FA9E5-8591-9032-1F94-AF378697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82C6D7C8-6F3F-8C71-26DA-E825C1056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106222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us pavadinimas ir 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us pavadinimas 1">
            <a:extLst>
              <a:ext uri="{FF2B5EF4-FFF2-40B4-BE49-F238E27FC236}">
                <a16:creationId xmlns:a16="http://schemas.microsoft.com/office/drawing/2014/main" id="{2CE37003-8AFE-6C00-EF6F-EB1ABE109D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Vertikalaus teksto vietos rezervavimo ženklas 2">
            <a:extLst>
              <a:ext uri="{FF2B5EF4-FFF2-40B4-BE49-F238E27FC236}">
                <a16:creationId xmlns:a16="http://schemas.microsoft.com/office/drawing/2014/main" id="{6AE554C9-FB8A-FAF3-C218-7E4BDC5BD6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CE3E9ABF-9976-BBA2-5CD5-0B2847E43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2026-02-25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DA7DAD85-B4CC-2B77-988E-799BDFDD4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5486825F-C2C6-DB22-62C0-65B6F9ED9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848084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Text"/>
          <p:cNvSpPr txBox="1">
            <a:spLocks noGrp="1"/>
          </p:cNvSpPr>
          <p:nvPr>
            <p:ph type="title"/>
          </p:nvPr>
        </p:nvSpPr>
        <p:spPr>
          <a:xfrm>
            <a:off x="3273287" y="2618264"/>
            <a:ext cx="7050156" cy="2387601"/>
          </a:xfrm>
          <a:prstGeom prst="rect">
            <a:avLst/>
          </a:prstGeo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273287" y="5930348"/>
            <a:ext cx="7050155" cy="927653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  <a:lvl2pPr>
              <a:defRPr sz="1600" b="1"/>
            </a:lvl2pPr>
            <a:lvl3pPr>
              <a:defRPr sz="1600" b="1"/>
            </a:lvl3pPr>
            <a:lvl4pPr>
              <a:defRPr sz="1600" b="1"/>
            </a:lvl4pPr>
            <a:lvl5pPr>
              <a:defRPr sz="1600" b="1"/>
            </a:lvl5pPr>
          </a:lstStyle>
          <a:p>
            <a:r>
              <a:t>CLICK TO EDIT MASTER SUBTITLE STYLE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9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474662" y="2619023"/>
            <a:ext cx="2334168" cy="2387601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r>
              <a:t>Mokytojo
Vardas Pavardė</a:t>
            </a:r>
          </a:p>
        </p:txBody>
      </p:sp>
      <p:sp>
        <p:nvSpPr>
          <p:cNvPr id="20" name="Picture Placeholder 12"/>
          <p:cNvSpPr>
            <a:spLocks noGrp="1"/>
          </p:cNvSpPr>
          <p:nvPr>
            <p:ph type="pic" sz="quarter" idx="22"/>
          </p:nvPr>
        </p:nvSpPr>
        <p:spPr>
          <a:xfrm>
            <a:off x="10323513" y="458787"/>
            <a:ext cx="1377951" cy="13779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558367390"/>
      </p:ext>
    </p:extLst>
  </p:cSld>
  <p:clrMapOvr>
    <a:masterClrMapping/>
  </p:clrMapOvr>
  <p:transition spd="med"/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o vietos rezervavimo ženklas 1">
            <a:extLst>
              <a:ext uri="{FF2B5EF4-FFF2-40B4-BE49-F238E27FC236}">
                <a16:creationId xmlns:a16="http://schemas.microsoft.com/office/drawing/2014/main" id="{613EBE01-E7FA-A88E-BF9C-40B723195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eksto vietos rezervavimo ženklas 2">
            <a:extLst>
              <a:ext uri="{FF2B5EF4-FFF2-40B4-BE49-F238E27FC236}">
                <a16:creationId xmlns:a16="http://schemas.microsoft.com/office/drawing/2014/main" id="{43A0ABE3-3241-8546-4BFC-9F0A4A0D3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35E86ABD-77B4-52BE-BF22-37F3CD995C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536C6D-7C55-439E-985F-D159F347BD46}" type="datetimeFigureOut">
              <a:rPr lang="lt-LT" smtClean="0"/>
              <a:t>2026-02-25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36F866A4-2DDF-1C10-C45C-B7AC46C7B3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A270FAF5-18C9-1CB1-97DB-650DAA3990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427141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t-L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C2BDC-5084-498D-BB0E-694C51A92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230" y="897619"/>
            <a:ext cx="8291303" cy="3217181"/>
          </a:xfrm>
        </p:spPr>
        <p:txBody>
          <a:bodyPr lIns="45719" tIns="45720" rIns="45719" bIns="45720" anchor="t">
            <a:normAutofit/>
          </a:bodyPr>
          <a:lstStyle/>
          <a:p>
            <a:br>
              <a:rPr lang="en-US" sz="5500" dirty="0"/>
            </a:br>
            <a:br>
              <a:rPr lang="en-US" sz="5500" dirty="0"/>
            </a:br>
            <a:r>
              <a:rPr lang="en-US" sz="5500" dirty="0"/>
              <a:t>Python: </a:t>
            </a:r>
            <a:r>
              <a:rPr lang="lt-LT" sz="5500" dirty="0" err="1"/>
              <a:t>Multiple</a:t>
            </a:r>
            <a:r>
              <a:rPr lang="lt-LT" sz="5500" dirty="0"/>
              <a:t>  </a:t>
            </a:r>
            <a:r>
              <a:rPr lang="en-US" sz="5500" dirty="0"/>
              <a:t>Regression</a:t>
            </a:r>
            <a:br>
              <a:rPr lang="en-US" sz="5500" dirty="0"/>
            </a:br>
            <a:endParaRPr lang="lt-LT" sz="5500" dirty="0"/>
          </a:p>
        </p:txBody>
      </p:sp>
      <p:sp>
        <p:nvSpPr>
          <p:cNvPr id="6" name="Google Shape;102;p1">
            <a:extLst>
              <a:ext uri="{FF2B5EF4-FFF2-40B4-BE49-F238E27FC236}">
                <a16:creationId xmlns:a16="http://schemas.microsoft.com/office/drawing/2014/main" id="{B077506A-6721-4858-9864-AF9A81768959}"/>
              </a:ext>
            </a:extLst>
          </p:cNvPr>
          <p:cNvSpPr txBox="1">
            <a:spLocks/>
          </p:cNvSpPr>
          <p:nvPr/>
        </p:nvSpPr>
        <p:spPr>
          <a:xfrm>
            <a:off x="504322" y="5930349"/>
            <a:ext cx="2358936" cy="92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400"/>
            </a:pPr>
            <a:r>
              <a:rPr lang="lt-LT" sz="1600" b="1" dirty="0"/>
              <a:t>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00B682-3A69-7D7F-6C30-04096BD72FF1}"/>
              </a:ext>
            </a:extLst>
          </p:cNvPr>
          <p:cNvSpPr txBox="1"/>
          <p:nvPr/>
        </p:nvSpPr>
        <p:spPr>
          <a:xfrm>
            <a:off x="3048000" y="4474977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sz="4000" dirty="0"/>
              <a:t>Žydrūnė Kelpšaitė</a:t>
            </a:r>
          </a:p>
          <a:p>
            <a:r>
              <a:rPr lang="lt-LT" sz="4000" dirty="0"/>
              <a:t>Data </a:t>
            </a:r>
            <a:r>
              <a:rPr lang="lt-LT" sz="4000" dirty="0" err="1"/>
              <a:t>Analyst</a:t>
            </a:r>
            <a:endParaRPr lang="lt-LT" sz="4000" dirty="0"/>
          </a:p>
        </p:txBody>
      </p:sp>
      <p:pic>
        <p:nvPicPr>
          <p:cNvPr id="7" name="Paveikslėlis 6">
            <a:extLst>
              <a:ext uri="{FF2B5EF4-FFF2-40B4-BE49-F238E27FC236}">
                <a16:creationId xmlns:a16="http://schemas.microsoft.com/office/drawing/2014/main" id="{D25B6367-C1F6-614C-0082-1A8D4D3D4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232" y="703108"/>
            <a:ext cx="10825316" cy="973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815673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83456049-2DB5-56FD-AB5C-85BE50B8D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COMMON ALGORITHMS</a:t>
            </a:r>
          </a:p>
        </p:txBody>
      </p:sp>
      <p:pic>
        <p:nvPicPr>
          <p:cNvPr id="5" name="Paveikslėlis 4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9F18F9B9-A022-36B8-0535-B789C0870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66" y="1500245"/>
            <a:ext cx="7630590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965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F68AEEC6-9F65-2541-C6F8-9D7416CD9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TYPES OF REGRESSION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575044-076F-6F8C-B042-A13A3DD9BA90}"/>
              </a:ext>
            </a:extLst>
          </p:cNvPr>
          <p:cNvSpPr txBox="1"/>
          <p:nvPr/>
        </p:nvSpPr>
        <p:spPr>
          <a:xfrm>
            <a:off x="838199" y="1436810"/>
            <a:ext cx="7892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These are some of the major types of regression modeling techniques</a:t>
            </a:r>
            <a:endParaRPr lang="lt-LT" dirty="0"/>
          </a:p>
        </p:txBody>
      </p:sp>
      <p:pic>
        <p:nvPicPr>
          <p:cNvPr id="6" name="Paveikslėlis 5" descr="Paveikslėlis, kuriame yra tekstas, diagrama, linija, Grafikas&#10;&#10;Dirbtinio intelekto sugeneruotas turinys gali būti neteisingas.">
            <a:extLst>
              <a:ext uri="{FF2B5EF4-FFF2-40B4-BE49-F238E27FC236}">
                <a16:creationId xmlns:a16="http://schemas.microsoft.com/office/drawing/2014/main" id="{FB671915-6360-C85D-3A73-8D9AA4A81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813" y="1806142"/>
            <a:ext cx="10772374" cy="37262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48E160-CD4E-A4E5-9B20-7C8323DE7036}"/>
              </a:ext>
            </a:extLst>
          </p:cNvPr>
          <p:cNvSpPr txBox="1"/>
          <p:nvPr/>
        </p:nvSpPr>
        <p:spPr>
          <a:xfrm>
            <a:off x="2005780" y="5647835"/>
            <a:ext cx="90555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Even though logistic regression (which you may have heard of) has “regression” in its name, it’s actually a classification modeling technique!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1073413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A1EFFA21-BC91-C2F1-8E21-3577AB151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GOALS OF REGRESSION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84CA5B-09BE-74B9-4E8C-7A0D407B61C6}"/>
              </a:ext>
            </a:extLst>
          </p:cNvPr>
          <p:cNvSpPr txBox="1"/>
          <p:nvPr/>
        </p:nvSpPr>
        <p:spPr>
          <a:xfrm>
            <a:off x="1120877" y="1395785"/>
            <a:ext cx="99600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Regression models are used for two primary goals: </a:t>
            </a:r>
            <a:r>
              <a:rPr lang="en-US" b="1" dirty="0"/>
              <a:t>prediction</a:t>
            </a:r>
            <a:r>
              <a:rPr lang="en-US" dirty="0"/>
              <a:t> and </a:t>
            </a:r>
            <a:r>
              <a:rPr lang="en-US" b="1" dirty="0"/>
              <a:t>inference</a:t>
            </a:r>
            <a:endParaRPr lang="lt-LT" b="1" dirty="0"/>
          </a:p>
          <a:p>
            <a:r>
              <a:rPr lang="en-US" dirty="0"/>
              <a:t> • The goal shapes the modeling approach, including the regression algorithm used, the complexity of the model, and more</a:t>
            </a:r>
            <a:endParaRPr lang="lt-LT" dirty="0"/>
          </a:p>
        </p:txBody>
      </p:sp>
      <p:pic>
        <p:nvPicPr>
          <p:cNvPr id="6" name="Paveikslėlis 5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A6BFB78B-55E5-E444-5D0B-D2F36707F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10209"/>
            <a:ext cx="10431331" cy="32961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B20524-A006-B196-8ADE-DA21B5E89A9F}"/>
              </a:ext>
            </a:extLst>
          </p:cNvPr>
          <p:cNvSpPr txBox="1"/>
          <p:nvPr/>
        </p:nvSpPr>
        <p:spPr>
          <a:xfrm>
            <a:off x="648927" y="5797413"/>
            <a:ext cx="110809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 often need to strike a </a:t>
            </a:r>
            <a:r>
              <a:rPr lang="en-US" b="1" dirty="0"/>
              <a:t>balance between these goals </a:t>
            </a:r>
            <a:r>
              <a:rPr lang="en-US" dirty="0"/>
              <a:t>– a model that is very inaccurate won’t be too trustworthy for inference, and understanding the impact that variables have on predictions can help make them more accurate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3625140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6036233-77C8-7B5E-74F0-7A198468E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REGRESSION 101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71475A-6B39-C8E3-3519-A075B146E79C}"/>
              </a:ext>
            </a:extLst>
          </p:cNvPr>
          <p:cNvSpPr txBox="1"/>
          <p:nvPr/>
        </p:nvSpPr>
        <p:spPr>
          <a:xfrm>
            <a:off x="1081547" y="1612490"/>
            <a:ext cx="109334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Regression analysis </a:t>
            </a:r>
            <a:r>
              <a:rPr lang="en-US" dirty="0"/>
              <a:t>is supervised learning technique used to predict a numeric variable (</a:t>
            </a:r>
            <a:r>
              <a:rPr lang="en-US" i="1" dirty="0"/>
              <a:t>target</a:t>
            </a:r>
            <a:r>
              <a:rPr lang="en-US" dirty="0"/>
              <a:t>) by modeling its relationship with a set of other variables (</a:t>
            </a:r>
            <a:r>
              <a:rPr lang="en-US" i="1" dirty="0"/>
              <a:t>features</a:t>
            </a:r>
            <a:r>
              <a:rPr lang="en-US" dirty="0"/>
              <a:t>)</a:t>
            </a:r>
            <a:endParaRPr lang="lt-LT" dirty="0"/>
          </a:p>
        </p:txBody>
      </p:sp>
      <p:pic>
        <p:nvPicPr>
          <p:cNvPr id="6" name="Paveikslėlis 5" descr="Paveikslėlis, kuriame yra tekstas, ekrano kopija, Šriftas, linija&#10;&#10;Dirbtinio intelekto sugeneruotas turinys gali būti neteisingas.">
            <a:extLst>
              <a:ext uri="{FF2B5EF4-FFF2-40B4-BE49-F238E27FC236}">
                <a16:creationId xmlns:a16="http://schemas.microsoft.com/office/drawing/2014/main" id="{BE2399D6-5AD9-8F06-8FFE-050B80BAC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826" y="2258821"/>
            <a:ext cx="9652240" cy="442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487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6036233-77C8-7B5E-74F0-7A198468E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REGRESSION 101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71475A-6B39-C8E3-3519-A075B146E79C}"/>
              </a:ext>
            </a:extLst>
          </p:cNvPr>
          <p:cNvSpPr txBox="1"/>
          <p:nvPr/>
        </p:nvSpPr>
        <p:spPr>
          <a:xfrm>
            <a:off x="1081547" y="1612490"/>
            <a:ext cx="109334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Regression analysis </a:t>
            </a:r>
            <a:r>
              <a:rPr lang="en-US" dirty="0"/>
              <a:t>is supervised learning technique used to predict a numeric variable (</a:t>
            </a:r>
            <a:r>
              <a:rPr lang="en-US" i="1" dirty="0"/>
              <a:t>target</a:t>
            </a:r>
            <a:r>
              <a:rPr lang="en-US" dirty="0"/>
              <a:t>) by modeling its relationship with a set of other variables (</a:t>
            </a:r>
            <a:r>
              <a:rPr lang="en-US" i="1" dirty="0"/>
              <a:t>features</a:t>
            </a:r>
            <a:r>
              <a:rPr lang="en-US" dirty="0"/>
              <a:t>)</a:t>
            </a:r>
            <a:endParaRPr lang="lt-LT" dirty="0"/>
          </a:p>
        </p:txBody>
      </p:sp>
      <p:pic>
        <p:nvPicPr>
          <p:cNvPr id="6" name="Paveikslėlis 5" descr="Paveikslėlis, kuriame yra tekstas, ekrano kopija, Šriftas, linija&#10;&#10;Dirbtinio intelekto sugeneruotas turinys gali būti neteisingas.">
            <a:extLst>
              <a:ext uri="{FF2B5EF4-FFF2-40B4-BE49-F238E27FC236}">
                <a16:creationId xmlns:a16="http://schemas.microsoft.com/office/drawing/2014/main" id="{BE2399D6-5AD9-8F06-8FFE-050B80BAC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826" y="2258821"/>
            <a:ext cx="9652240" cy="442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70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32B78-D4DE-EAA3-B133-AC829ECEB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D8E2F69-BE21-AC87-2978-90EEB6D28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MULTIPLE LINEAR REGRESSIO</a:t>
            </a:r>
            <a:r>
              <a:rPr lang="en-US" dirty="0"/>
              <a:t>N</a:t>
            </a:r>
            <a:endParaRPr lang="lt-LT" dirty="0"/>
          </a:p>
        </p:txBody>
      </p:sp>
      <p:pic>
        <p:nvPicPr>
          <p:cNvPr id="4" name="Paveikslėlis 3" descr="Paveikslėlis, kuriame yra tekstas, Šriftas, ekrano kopija&#10;&#10;Dirbtinio intelekto sugeneruotas turinys gali būti neteisingas.">
            <a:extLst>
              <a:ext uri="{FF2B5EF4-FFF2-40B4-BE49-F238E27FC236}">
                <a16:creationId xmlns:a16="http://schemas.microsoft.com/office/drawing/2014/main" id="{BD3715B8-FB42-53B7-D0B2-204DD2EA5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47142"/>
            <a:ext cx="10092113" cy="475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20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7530F40C-C6F9-3BE3-2A70-4D88E9D13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MULTIPLE LINEAR REGRESSION MO</a:t>
            </a:r>
            <a:r>
              <a:rPr lang="en-US" dirty="0"/>
              <a:t>DEL</a:t>
            </a:r>
            <a:endParaRPr lang="lt-LT" dirty="0"/>
          </a:p>
        </p:txBody>
      </p:sp>
      <p:pic>
        <p:nvPicPr>
          <p:cNvPr id="4" name="Paveikslėlis 3" descr="Paveikslėlis, kuriame yra diagrama, tekstas, ekrano kopija, origamis&#10;&#10;Dirbtinio intelekto sugeneruotas turinys gali būti neteisingas.">
            <a:extLst>
              <a:ext uri="{FF2B5EF4-FFF2-40B4-BE49-F238E27FC236}">
                <a16:creationId xmlns:a16="http://schemas.microsoft.com/office/drawing/2014/main" id="{28DA9A4C-D0A4-B838-1CC1-C5451D5A5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839" y="1350397"/>
            <a:ext cx="9395161" cy="47980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689809-9FFB-1929-E3C4-7CDB07C7605D}"/>
              </a:ext>
            </a:extLst>
          </p:cNvPr>
          <p:cNvSpPr txBox="1"/>
          <p:nvPr/>
        </p:nvSpPr>
        <p:spPr>
          <a:xfrm>
            <a:off x="275304" y="2282384"/>
            <a:ext cx="176980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Multiple regression can scale well beyond 2 variables, but this is where visual analysis breaks down – and one reason why we need </a:t>
            </a:r>
            <a:r>
              <a:rPr lang="en-US" dirty="0">
                <a:highlight>
                  <a:srgbClr val="FFFF00"/>
                </a:highlight>
              </a:rPr>
              <a:t>machine learning</a:t>
            </a:r>
            <a:r>
              <a:rPr lang="en-US" dirty="0"/>
              <a:t>!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2145415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CE231BD-25E5-FDD9-4AB7-F019BAB56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FITTING A MULTIPLE REGRESSION</a:t>
            </a:r>
          </a:p>
        </p:txBody>
      </p:sp>
      <p:pic>
        <p:nvPicPr>
          <p:cNvPr id="6" name="Paveikslėlis 5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C525139F-D573-3E46-57B1-3B70EDB39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507" y="1326043"/>
            <a:ext cx="9262184" cy="5079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65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65BA3-2D50-A291-7B9D-213D34AAA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163FC7A-6818-8424-7B16-7D1AECE16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ASSUMPTIONS OF LINEAR REGRESSION</a:t>
            </a:r>
          </a:p>
        </p:txBody>
      </p:sp>
      <p:pic>
        <p:nvPicPr>
          <p:cNvPr id="4" name="Paveikslėlis 3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CC2ED07F-4642-963D-0530-64C8F15D3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18" y="1710655"/>
            <a:ext cx="10515600" cy="478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287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CB104E1-DC95-B136-9627-48FE4AD31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t-LT"/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A543E107-C7C0-89EC-9863-190E5851E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3819"/>
            <a:ext cx="12192000" cy="595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731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BE11A562-E2A1-6429-5137-A72B85925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MODEL TESTING &amp; VALIDATION</a:t>
            </a:r>
          </a:p>
        </p:txBody>
      </p:sp>
      <p:pic>
        <p:nvPicPr>
          <p:cNvPr id="4" name="Paveikslėlis 3" descr="Paveikslėlis, kuriame yra tekstas, ekrano kopija, Šriftas, Stačiakampis&#10;&#10;Dirbtinio intelekto sugeneruotas turinys gali būti neteisingas.">
            <a:extLst>
              <a:ext uri="{FF2B5EF4-FFF2-40B4-BE49-F238E27FC236}">
                <a16:creationId xmlns:a16="http://schemas.microsoft.com/office/drawing/2014/main" id="{0EB57BF4-359C-1D6F-CBED-74B95405E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969" y="1852392"/>
            <a:ext cx="6716062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791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7556739A-0E81-EFA0-EF04-936DDEFC6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REGRESSION MODELING WORKFLOW</a:t>
            </a:r>
          </a:p>
        </p:txBody>
      </p:sp>
      <p:pic>
        <p:nvPicPr>
          <p:cNvPr id="5" name="Paveikslėlis 4" descr="Paveikslėlis, kuriame yra tekstas, ekrano kopija, Šriftas, programinė įranga&#10;&#10;Dirbtinio intelekto sugeneruotas turinys gali būti neteisingas.">
            <a:extLst>
              <a:ext uri="{FF2B5EF4-FFF2-40B4-BE49-F238E27FC236}">
                <a16:creationId xmlns:a16="http://schemas.microsoft.com/office/drawing/2014/main" id="{CE6A4092-EA9A-21C9-D4EA-ED1644D2E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354" y="1587870"/>
            <a:ext cx="8746011" cy="4736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47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47696-9BA7-B5CD-4611-383FE9182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260B888-6737-EEE2-9204-AED7745EA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REGRESSION MODELING WORKFLOW</a:t>
            </a:r>
          </a:p>
        </p:txBody>
      </p:sp>
      <p:pic>
        <p:nvPicPr>
          <p:cNvPr id="4" name="Paveikslėlis 3" descr="Paveikslėlis, kuriame yra tekstas, ekrano kopija, Šriftas, programinė įranga&#10;&#10;Dirbtinio intelekto sugeneruotas turinys gali būti neteisingas.">
            <a:extLst>
              <a:ext uri="{FF2B5EF4-FFF2-40B4-BE49-F238E27FC236}">
                <a16:creationId xmlns:a16="http://schemas.microsoft.com/office/drawing/2014/main" id="{290C1AB4-4D12-8B39-7E35-9B9B017FF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496" y="1591004"/>
            <a:ext cx="8621425" cy="468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246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4FA4BD7-2294-F242-91BD-D5C1494AD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MODEL SCORING STEPS</a:t>
            </a:r>
          </a:p>
        </p:txBody>
      </p:sp>
      <p:pic>
        <p:nvPicPr>
          <p:cNvPr id="4" name="Paveikslėlis 3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B3900D1B-AEAC-0D55-E0A6-9580AC5DF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9288447" cy="4502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1298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135EC-E0B9-10B1-AF20-16D42323F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223412F1-3263-95BA-7E69-777D6F780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DATA SPLITTING</a:t>
            </a:r>
          </a:p>
        </p:txBody>
      </p:sp>
      <p:pic>
        <p:nvPicPr>
          <p:cNvPr id="5" name="Paveikslėlis 4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D13586BC-7818-BE02-EF2C-253B425E7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20046"/>
            <a:ext cx="9415829" cy="4972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8833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796D6-0DFD-B730-A1F1-D5C67EF82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7F9CC75B-9062-B769-5086-4E0FE9A56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DATA SPLITTING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8CE271CF-2A6A-B9A2-F0D1-A85D6E438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43130"/>
            <a:ext cx="9084153" cy="4949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1613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F3B7C9F-221F-343E-6529-FF187F2DD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OVERFITTING &amp; UNDERFITTING</a:t>
            </a:r>
          </a:p>
        </p:txBody>
      </p:sp>
      <p:pic>
        <p:nvPicPr>
          <p:cNvPr id="4" name="Paveikslėlis 3" descr="Paveikslėlis, kuriame yra tekstas, ekrano kopija, diagrama, linija&#10;&#10;Dirbtinio intelekto sugeneruotas turinys gali būti neteisingas.">
            <a:extLst>
              <a:ext uri="{FF2B5EF4-FFF2-40B4-BE49-F238E27FC236}">
                <a16:creationId xmlns:a16="http://schemas.microsoft.com/office/drawing/2014/main" id="{E078E375-C452-1B15-9F96-B360CA6E9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25005"/>
            <a:ext cx="9351285" cy="4967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346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6BE01-7596-9A76-5A38-68542D696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674AA943-6CE9-A63A-48C9-DFEF261B8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OVERFITTING &amp; UNDERFITTING</a:t>
            </a:r>
          </a:p>
        </p:txBody>
      </p:sp>
      <p:pic>
        <p:nvPicPr>
          <p:cNvPr id="5" name="Paveikslėlis 4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D96342AE-8A22-C989-8EC0-7BD5D4E5A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97493"/>
            <a:ext cx="9516118" cy="4801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3700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8284D-2F65-FF26-8F67-6CAD68ED8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8BBD7F4C-90BE-910C-6C04-E50204407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THE BIAS-VARIANCE TRADEOFF</a:t>
            </a:r>
          </a:p>
        </p:txBody>
      </p:sp>
      <p:pic>
        <p:nvPicPr>
          <p:cNvPr id="5" name="Paveikslėlis 4" descr="Paveikslėlis, kuriame yra tekstas, diagrama, ekrano kopija, linija&#10;&#10;Dirbtinio intelekto sugeneruotas turinys gali būti neteisingas.">
            <a:extLst>
              <a:ext uri="{FF2B5EF4-FFF2-40B4-BE49-F238E27FC236}">
                <a16:creationId xmlns:a16="http://schemas.microsoft.com/office/drawing/2014/main" id="{EB69BE02-B242-D66D-F23E-2EDEF4F5B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78884"/>
            <a:ext cx="8572353" cy="4881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9682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24D67-A21D-CD23-5191-177ADEED4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CE2817AA-91AB-E31C-D346-EE316A2A3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THE BIAS-VARIANCE TRADEOFF</a:t>
            </a:r>
          </a:p>
        </p:txBody>
      </p:sp>
      <p:pic>
        <p:nvPicPr>
          <p:cNvPr id="4" name="Paveikslėlis 3" descr="Paveikslėlis, kuriame yra tekstas, ekrano kopija, Šriftas, diagrama&#10;&#10;Dirbtinio intelekto sugeneruotas turinys gali būti neteisingas.">
            <a:extLst>
              <a:ext uri="{FF2B5EF4-FFF2-40B4-BE49-F238E27FC236}">
                <a16:creationId xmlns:a16="http://schemas.microsoft.com/office/drawing/2014/main" id="{8BE6F081-9654-CC5F-4D55-DC1526C80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052" y="1690688"/>
            <a:ext cx="9752266" cy="4677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5322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1B9E33F8-EDAC-FFDA-AE91-7872DD01A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VALIDATION DATA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F4E08443-0000-CB7D-BE5C-C1F113B53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86290"/>
            <a:ext cx="9177845" cy="491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6809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A338A-B1BC-393A-319E-7EA9FEB79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1C0F0587-C9EE-2251-940F-2E2C6C072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VALIDATION DATA</a:t>
            </a:r>
          </a:p>
        </p:txBody>
      </p:sp>
      <p:pic>
        <p:nvPicPr>
          <p:cNvPr id="5" name="Paveikslėlis 4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906B4DD3-605D-A47D-3DC8-CA43DE65F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9133272" cy="4975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6239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A2E57C75-B04C-1E69-E969-25380B754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MODEL TUNING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4694EF05-8FE9-6686-E7B0-E1177D7EE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561" y="1422001"/>
            <a:ext cx="10087175" cy="4953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4495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F1739-8F08-41A4-C886-3BE0F3EC0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B7752A9-0BD2-F1DC-E338-C3E6B9F9A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MODEL TUNING</a:t>
            </a:r>
          </a:p>
        </p:txBody>
      </p:sp>
      <p:pic>
        <p:nvPicPr>
          <p:cNvPr id="5" name="Paveikslėlis 4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B22B356A-C803-DEA4-AD6D-CAC59EDC5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9702319" cy="459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9465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E21862B0-BB42-147C-3714-D5751F12A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MODEL SCORING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763CA857-3AEF-BCD3-5994-FE5DDDBC0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92462"/>
            <a:ext cx="9321789" cy="4936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7032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67766-CEC3-C0BB-76D3-E7DD25E34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C1F246E6-AFA9-60E2-E51A-765111F65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MODEL SCORING</a:t>
            </a:r>
          </a:p>
        </p:txBody>
      </p:sp>
      <p:pic>
        <p:nvPicPr>
          <p:cNvPr id="5" name="Paveikslėlis 4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11DE359C-EAC3-D78E-0D55-2FAC37CDB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232" y="1690688"/>
            <a:ext cx="9923086" cy="464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2293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CAFD0045-941F-9357-8911-9C6704095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CROSS VALIDATION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55BFD686-40F6-E4D4-B4F8-E0720FAF9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99668"/>
            <a:ext cx="8711228" cy="525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4606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21D76-849D-732F-0C4F-7991607E4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E92CB334-5AB2-1B59-92D4-A804FBD40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CROSS VALIDATION</a:t>
            </a:r>
          </a:p>
        </p:txBody>
      </p:sp>
      <p:pic>
        <p:nvPicPr>
          <p:cNvPr id="5" name="Paveikslėlis 4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E89459D4-2FB3-537B-74D4-5FDF7ADFF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7853463" cy="500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9802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7181E750-946A-9027-4911-D3778F1C7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SIMPLE VS CROSS VALIDATION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0452133C-F42F-3A00-B5E0-8676FD04D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52217"/>
            <a:ext cx="10583752" cy="47631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3A4555-322B-F69B-7E6B-8C62E4144AFE}"/>
              </a:ext>
            </a:extLst>
          </p:cNvPr>
          <p:cNvSpPr txBox="1"/>
          <p:nvPr/>
        </p:nvSpPr>
        <p:spPr>
          <a:xfrm>
            <a:off x="1848465" y="6233369"/>
            <a:ext cx="77871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Choose </a:t>
            </a:r>
            <a:r>
              <a:rPr lang="en-US" b="1" dirty="0">
                <a:solidFill>
                  <a:srgbClr val="FF0000"/>
                </a:solidFill>
              </a:rPr>
              <a:t>one</a:t>
            </a:r>
            <a:r>
              <a:rPr lang="en-US" dirty="0"/>
              <a:t> validation approach to use throughout your modeling process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2712793811"/>
      </p:ext>
    </p:extLst>
  </p:cSld>
  <p:clrMapOvr>
    <a:masterClrMapping/>
  </p:clrMapOvr>
</p:sld>
</file>

<file path=ppt/theme/theme1.xml><?xml version="1.0" encoding="utf-8"?>
<a:theme xmlns:a="http://schemas.openxmlformats.org/drawingml/2006/main" name="„Office“ 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„Office“ 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as" ma:contentTypeID="0x010100753C69E30CD2E346B0231A1827D4E953" ma:contentTypeVersion="32" ma:contentTypeDescription="Kurkite naują dokumentą." ma:contentTypeScope="" ma:versionID="809ac949904d02c312bdad0800d9e5ec">
  <xsd:schema xmlns:xsd="http://www.w3.org/2001/XMLSchema" xmlns:xs="http://www.w3.org/2001/XMLSchema" xmlns:p="http://schemas.microsoft.com/office/2006/metadata/properties" xmlns:ns2="662e3587-765d-4918-9d92-5b93275042d2" xmlns:ns3="eb74e56a-683e-4ac4-9917-2810b22b5cab" targetNamespace="http://schemas.microsoft.com/office/2006/metadata/properties" ma:root="true" ma:fieldsID="7810e61893e78777e4b537f36b79e890" ns2:_="" ns3:_="">
    <xsd:import namespace="662e3587-765d-4918-9d92-5b93275042d2"/>
    <xsd:import namespace="eb74e56a-683e-4ac4-9917-2810b22b5c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2e3587-765d-4918-9d92-5b93275042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Vaizdų žymės" ma:readOnly="false" ma:fieldId="{5cf76f15-5ced-4ddc-b409-7134ff3c332f}" ma:taxonomyMulti="true" ma:sspId="170f77d6-0e01-4d43-ba48-7d2f3bc0a5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NotebookType" ma:index="19" nillable="true" ma:displayName="Notebook Type" ma:internalName="NotebookType">
      <xsd:simpleType>
        <xsd:restriction base="dms:Text"/>
      </xsd:simpleType>
    </xsd:element>
    <xsd:element name="FolderType" ma:index="20" nillable="true" ma:displayName="Folder Type" ma:internalName="FolderType">
      <xsd:simpleType>
        <xsd:restriction base="dms:Text"/>
      </xsd:simpleType>
    </xsd:element>
    <xsd:element name="CultureName" ma:index="21" nillable="true" ma:displayName="Culture Name" ma:internalName="CultureName">
      <xsd:simpleType>
        <xsd:restriction base="dms:Text"/>
      </xsd:simpleType>
    </xsd:element>
    <xsd:element name="AppVersion" ma:index="22" nillable="true" ma:displayName="App Version" ma:internalName="AppVersion">
      <xsd:simpleType>
        <xsd:restriction base="dms:Text"/>
      </xsd:simpleType>
    </xsd:element>
    <xsd:element name="TeamsChannelId" ma:index="23" nillable="true" ma:displayName="Teams Channel Id" ma:internalName="TeamsChannelId">
      <xsd:simpleType>
        <xsd:restriction base="dms:Text"/>
      </xsd:simpleType>
    </xsd:element>
    <xsd:element name="Owner" ma:index="24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5" nillable="true" ma:displayName="Math Settings" ma:internalName="Math_Settings">
      <xsd:simpleType>
        <xsd:restriction base="dms:Text"/>
      </xsd:simpleType>
    </xsd:element>
    <xsd:element name="DefaultSectionNames" ma:index="26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7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8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9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0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1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2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3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4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5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6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7" nillable="true" ma:displayName="Is Collaboration Space Locked" ma:internalName="Is_Collaboration_Space_Locked">
      <xsd:simpleType>
        <xsd:restriction base="dms:Boolean"/>
      </xsd:simpleType>
    </xsd:element>
    <xsd:element name="IsNotebookLocked" ma:index="38" nillable="true" ma:displayName="Is Notebook Locked" ma:internalName="IsNotebookLocked">
      <xsd:simpleType>
        <xsd:restriction base="dms:Boolean"/>
      </xsd:simpleType>
    </xsd:element>
    <xsd:element name="Teams_Channel_Section_Location" ma:index="39" nillable="true" ma:displayName="Teams Channel Section Location" ma:internalName="Teams_Channel_Section_Loca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74e56a-683e-4ac4-9917-2810b22b5ca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668e2cc-9ecf-45c3-8926-07f8ce6bf3d7}" ma:internalName="TaxCatchAll" ma:showField="CatchAllData" ma:web="eb74e56a-683e-4ac4-9917-2810b22b5c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urinio tipas"/>
        <xsd:element ref="dc:title" minOccurs="0" maxOccurs="1" ma:index="4" ma:displayName="Antraštė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vited_Teachers xmlns="662e3587-765d-4918-9d92-5b93275042d2" xsi:nil="true"/>
    <DefaultSectionNames xmlns="662e3587-765d-4918-9d92-5b93275042d2" xsi:nil="true"/>
    <Teams_Channel_Section_Location xmlns="662e3587-765d-4918-9d92-5b93275042d2" xsi:nil="true"/>
    <Templates xmlns="662e3587-765d-4918-9d92-5b93275042d2" xsi:nil="true"/>
    <NotebookType xmlns="662e3587-765d-4918-9d92-5b93275042d2" xsi:nil="true"/>
    <Distribution_Groups xmlns="662e3587-765d-4918-9d92-5b93275042d2" xsi:nil="true"/>
    <TeamsChannelId xmlns="662e3587-765d-4918-9d92-5b93275042d2" xsi:nil="true"/>
    <Is_Collaboration_Space_Locked xmlns="662e3587-765d-4918-9d92-5b93275042d2" xsi:nil="true"/>
    <Owner xmlns="662e3587-765d-4918-9d92-5b93275042d2">
      <UserInfo>
        <DisplayName/>
        <AccountId xsi:nil="true"/>
        <AccountType/>
      </UserInfo>
    </Owner>
    <LMS_Mappings xmlns="662e3587-765d-4918-9d92-5b93275042d2" xsi:nil="true"/>
    <Invited_Students xmlns="662e3587-765d-4918-9d92-5b93275042d2" xsi:nil="true"/>
    <FolderType xmlns="662e3587-765d-4918-9d92-5b93275042d2" xsi:nil="true"/>
    <CultureName xmlns="662e3587-765d-4918-9d92-5b93275042d2" xsi:nil="true"/>
    <IsNotebookLocked xmlns="662e3587-765d-4918-9d92-5b93275042d2" xsi:nil="true"/>
    <Math_Settings xmlns="662e3587-765d-4918-9d92-5b93275042d2" xsi:nil="true"/>
    <Teachers xmlns="662e3587-765d-4918-9d92-5b93275042d2">
      <UserInfo>
        <DisplayName/>
        <AccountId xsi:nil="true"/>
        <AccountType/>
      </UserInfo>
    </Teachers>
    <Student_Groups xmlns="662e3587-765d-4918-9d92-5b93275042d2">
      <UserInfo>
        <DisplayName/>
        <AccountId xsi:nil="true"/>
        <AccountType/>
      </UserInfo>
    </Student_Groups>
    <TaxCatchAll xmlns="eb74e56a-683e-4ac4-9917-2810b22b5cab" xsi:nil="true"/>
    <AppVersion xmlns="662e3587-765d-4918-9d92-5b93275042d2" xsi:nil="true"/>
    <Self_Registration_Enabled xmlns="662e3587-765d-4918-9d92-5b93275042d2" xsi:nil="true"/>
    <Has_Teacher_Only_SectionGroup xmlns="662e3587-765d-4918-9d92-5b93275042d2" xsi:nil="true"/>
    <lcf76f155ced4ddcb4097134ff3c332f xmlns="662e3587-765d-4918-9d92-5b93275042d2">
      <Terms xmlns="http://schemas.microsoft.com/office/infopath/2007/PartnerControls"/>
    </lcf76f155ced4ddcb4097134ff3c332f>
    <Students xmlns="662e3587-765d-4918-9d92-5b93275042d2">
      <UserInfo>
        <DisplayName/>
        <AccountId xsi:nil="true"/>
        <AccountType/>
      </UserInfo>
    </Students>
  </documentManagement>
</p:properties>
</file>

<file path=customXml/itemProps1.xml><?xml version="1.0" encoding="utf-8"?>
<ds:datastoreItem xmlns:ds="http://schemas.openxmlformats.org/officeDocument/2006/customXml" ds:itemID="{9D6CB4F3-81BC-424E-837F-B74B0DEBA724}"/>
</file>

<file path=customXml/itemProps2.xml><?xml version="1.0" encoding="utf-8"?>
<ds:datastoreItem xmlns:ds="http://schemas.openxmlformats.org/officeDocument/2006/customXml" ds:itemID="{BFA976B8-4251-4BED-B95A-CECA97447A18}"/>
</file>

<file path=customXml/itemProps3.xml><?xml version="1.0" encoding="utf-8"?>
<ds:datastoreItem xmlns:ds="http://schemas.openxmlformats.org/officeDocument/2006/customXml" ds:itemID="{1D77B40A-CE65-40F5-9159-FD2E3BE378C3}"/>
</file>

<file path=docProps/app.xml><?xml version="1.0" encoding="utf-8"?>
<Properties xmlns="http://schemas.openxmlformats.org/officeDocument/2006/extended-properties" xmlns:vt="http://schemas.openxmlformats.org/officeDocument/2006/docPropsVTypes">
  <TotalTime>762</TotalTime>
  <Words>295</Words>
  <Application>Microsoft Office PowerPoint</Application>
  <PresentationFormat>Plačiaekranė</PresentationFormat>
  <Paragraphs>41</Paragraphs>
  <Slides>30</Slides>
  <Notes>0</Notes>
  <HiddenSlides>0</HiddenSlides>
  <MMClips>0</MMClips>
  <ScaleCrop>false</ScaleCrop>
  <HeadingPairs>
    <vt:vector size="6" baseType="variant">
      <vt:variant>
        <vt:lpstr>Naudojami šriftai</vt:lpstr>
      </vt:variant>
      <vt:variant>
        <vt:i4>3</vt:i4>
      </vt:variant>
      <vt:variant>
        <vt:lpstr>Tema</vt:lpstr>
      </vt:variant>
      <vt:variant>
        <vt:i4>1</vt:i4>
      </vt:variant>
      <vt:variant>
        <vt:lpstr>Skaidrių pavadinimai</vt:lpstr>
      </vt:variant>
      <vt:variant>
        <vt:i4>30</vt:i4>
      </vt:variant>
    </vt:vector>
  </HeadingPairs>
  <TitlesOfParts>
    <vt:vector size="34" baseType="lpstr">
      <vt:lpstr>Aptos</vt:lpstr>
      <vt:lpstr>Aptos Display</vt:lpstr>
      <vt:lpstr>Arial</vt:lpstr>
      <vt:lpstr>„Office“ tema</vt:lpstr>
      <vt:lpstr>  Python: Multiple  Regression </vt:lpstr>
      <vt:lpstr>COMMON ALGORITHMS</vt:lpstr>
      <vt:lpstr>TYPES OF REGRESSION</vt:lpstr>
      <vt:lpstr>GOALS OF REGRESSION</vt:lpstr>
      <vt:lpstr>REGRESSION 101</vt:lpstr>
      <vt:lpstr>REGRESSION 101</vt:lpstr>
      <vt:lpstr>MULTIPLE LINEAR REGRESSION</vt:lpstr>
      <vt:lpstr>MULTIPLE LINEAR REGRESSION MODEL</vt:lpstr>
      <vt:lpstr>FITTING A MULTIPLE REGRESSION</vt:lpstr>
      <vt:lpstr>ASSUMPTIONS OF LINEAR REGRESSION</vt:lpstr>
      <vt:lpstr>„PowerPoint“ pateiktis</vt:lpstr>
      <vt:lpstr>MODEL TESTING &amp; VALIDATION</vt:lpstr>
      <vt:lpstr>REGRESSION MODELING WORKFLOW</vt:lpstr>
      <vt:lpstr>REGRESSION MODELING WORKFLOW</vt:lpstr>
      <vt:lpstr>MODEL SCORING STEPS</vt:lpstr>
      <vt:lpstr>DATA SPLITTING</vt:lpstr>
      <vt:lpstr>DATA SPLITTING</vt:lpstr>
      <vt:lpstr>OVERFITTING &amp; UNDERFITTING</vt:lpstr>
      <vt:lpstr>OVERFITTING &amp; UNDERFITTING</vt:lpstr>
      <vt:lpstr>THE BIAS-VARIANCE TRADEOFF</vt:lpstr>
      <vt:lpstr>THE BIAS-VARIANCE TRADEOFF</vt:lpstr>
      <vt:lpstr>VALIDATION DATA</vt:lpstr>
      <vt:lpstr>VALIDATION DATA</vt:lpstr>
      <vt:lpstr>MODEL TUNING</vt:lpstr>
      <vt:lpstr>MODEL TUNING</vt:lpstr>
      <vt:lpstr>MODEL SCORING</vt:lpstr>
      <vt:lpstr>MODEL SCORING</vt:lpstr>
      <vt:lpstr>CROSS VALIDATION</vt:lpstr>
      <vt:lpstr>CROSS VALIDATION</vt:lpstr>
      <vt:lpstr>SIMPLE VS CROSS VALIDATION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Žydrūnė Kelpšaitė</dc:creator>
  <cp:lastModifiedBy>Žydrūnė Kelpšaitė</cp:lastModifiedBy>
  <cp:revision>4</cp:revision>
  <dcterms:created xsi:type="dcterms:W3CDTF">2026-02-01T16:05:21Z</dcterms:created>
  <dcterms:modified xsi:type="dcterms:W3CDTF">2026-02-25T13:36:13Z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0x010100753C69E30CD2E346B0231A1827D4E953</vt:lpwstr>
  </property>
</Properties>
</file>