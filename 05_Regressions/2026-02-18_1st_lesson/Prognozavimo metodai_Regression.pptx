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4"/>
  </p:sldMasterIdLst>
  <p:notesMasterIdLst>
    <p:notesMasterId r:id="rId48"/>
  </p:notesMasterIdLst>
  <p:sldIdLst>
    <p:sldId id="279" r:id="rId5"/>
    <p:sldId id="278" r:id="rId6"/>
    <p:sldId id="257" r:id="rId7"/>
    <p:sldId id="258" r:id="rId8"/>
    <p:sldId id="259" r:id="rId9"/>
    <p:sldId id="260" r:id="rId10"/>
    <p:sldId id="280" r:id="rId11"/>
    <p:sldId id="282" r:id="rId12"/>
    <p:sldId id="281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83" r:id="rId22"/>
    <p:sldId id="284" r:id="rId23"/>
    <p:sldId id="270" r:id="rId24"/>
    <p:sldId id="285" r:id="rId25"/>
    <p:sldId id="286" r:id="rId26"/>
    <p:sldId id="287" r:id="rId27"/>
    <p:sldId id="288" r:id="rId28"/>
    <p:sldId id="289" r:id="rId29"/>
    <p:sldId id="272" r:id="rId30"/>
    <p:sldId id="271" r:id="rId31"/>
    <p:sldId id="273" r:id="rId32"/>
    <p:sldId id="290" r:id="rId33"/>
    <p:sldId id="30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75" r:id="rId43"/>
    <p:sldId id="276" r:id="rId44"/>
    <p:sldId id="274" r:id="rId45"/>
    <p:sldId id="301" r:id="rId46"/>
    <p:sldId id="277" r:id="rId47"/>
  </p:sldIdLst>
  <p:sldSz cx="12192000" cy="6858000"/>
  <p:notesSz cx="12192000" cy="6858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88257" autoAdjust="0"/>
  </p:normalViewPr>
  <p:slideViewPr>
    <p:cSldViewPr snapToGrid="0">
      <p:cViewPr varScale="1">
        <p:scale>
          <a:sx n="89" d="100"/>
          <a:sy n="89" d="100"/>
        </p:scale>
        <p:origin x="1398" y="30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custSel modSld sldOrd">
      <pc:chgData name="Žydrūnė Kelpšaitė" userId="e943768126acec1d" providerId="LiveId" clId="{31712FD7-FA85-48BA-9D35-5382388CFC74}" dt="2026-02-18T12:55:34.274" v="43" actId="207"/>
      <pc:docMkLst>
        <pc:docMk/>
      </pc:docMkLst>
      <pc:sldChg chg="modSp mod">
        <pc:chgData name="Žydrūnė Kelpšaitė" userId="e943768126acec1d" providerId="LiveId" clId="{31712FD7-FA85-48BA-9D35-5382388CFC74}" dt="2026-02-18T12:20:28.209" v="10" actId="13926"/>
        <pc:sldMkLst>
          <pc:docMk/>
          <pc:sldMk cId="1414259735" sldId="272"/>
        </pc:sldMkLst>
        <pc:spChg chg="mod">
          <ac:chgData name="Žydrūnė Kelpšaitė" userId="e943768126acec1d" providerId="LiveId" clId="{31712FD7-FA85-48BA-9D35-5382388CFC74}" dt="2026-02-18T12:20:28.209" v="10" actId="13926"/>
          <ac:spMkLst>
            <pc:docMk/>
            <pc:sldMk cId="1414259735" sldId="272"/>
            <ac:spMk id="4" creationId="{7DAEB7BF-1100-6D45-A58B-AA61DDE2B97C}"/>
          </ac:spMkLst>
        </pc:spChg>
      </pc:sldChg>
      <pc:sldChg chg="modSp mod">
        <pc:chgData name="Žydrūnė Kelpšaitė" userId="e943768126acec1d" providerId="LiveId" clId="{31712FD7-FA85-48BA-9D35-5382388CFC74}" dt="2026-02-18T11:37:42.043" v="1" actId="13926"/>
        <pc:sldMkLst>
          <pc:docMk/>
          <pc:sldMk cId="1118842731" sldId="278"/>
        </pc:sldMkLst>
        <pc:spChg chg="mod">
          <ac:chgData name="Žydrūnė Kelpšaitė" userId="e943768126acec1d" providerId="LiveId" clId="{31712FD7-FA85-48BA-9D35-5382388CFC74}" dt="2026-02-18T11:37:42.043" v="1" actId="13926"/>
          <ac:spMkLst>
            <pc:docMk/>
            <pc:sldMk cId="1118842731" sldId="278"/>
            <ac:spMk id="222" creationId="{00000000-0000-0000-0000-000000000000}"/>
          </ac:spMkLst>
        </pc:spChg>
      </pc:sldChg>
      <pc:sldChg chg="modSp mod">
        <pc:chgData name="Žydrūnė Kelpšaitė" userId="e943768126acec1d" providerId="LiveId" clId="{31712FD7-FA85-48BA-9D35-5382388CFC74}" dt="2026-02-18T11:52:41.515" v="4" actId="13926"/>
        <pc:sldMkLst>
          <pc:docMk/>
          <pc:sldMk cId="3024609385" sldId="280"/>
        </pc:sldMkLst>
        <pc:spChg chg="mod">
          <ac:chgData name="Žydrūnė Kelpšaitė" userId="e943768126acec1d" providerId="LiveId" clId="{31712FD7-FA85-48BA-9D35-5382388CFC74}" dt="2026-02-18T11:52:41.515" v="4" actId="13926"/>
          <ac:spMkLst>
            <pc:docMk/>
            <pc:sldMk cId="3024609385" sldId="280"/>
            <ac:spMk id="125" creationId="{00000000-0000-0000-0000-000000000000}"/>
          </ac:spMkLst>
        </pc:spChg>
      </pc:sldChg>
      <pc:sldChg chg="modSp mod">
        <pc:chgData name="Žydrūnė Kelpšaitė" userId="e943768126acec1d" providerId="LiveId" clId="{31712FD7-FA85-48BA-9D35-5382388CFC74}" dt="2026-02-18T11:54:20.151" v="5" actId="255"/>
        <pc:sldMkLst>
          <pc:docMk/>
          <pc:sldMk cId="540994816" sldId="281"/>
        </pc:sldMkLst>
        <pc:spChg chg="mod">
          <ac:chgData name="Žydrūnė Kelpšaitė" userId="e943768126acec1d" providerId="LiveId" clId="{31712FD7-FA85-48BA-9D35-5382388CFC74}" dt="2026-02-18T11:54:20.151" v="5" actId="255"/>
          <ac:spMkLst>
            <pc:docMk/>
            <pc:sldMk cId="540994816" sldId="281"/>
            <ac:spMk id="125" creationId="{00000000-0000-0000-0000-000000000000}"/>
          </ac:spMkLst>
        </pc:spChg>
      </pc:sldChg>
      <pc:sldChg chg="ord">
        <pc:chgData name="Žydrūnė Kelpšaitė" userId="e943768126acec1d" providerId="LiveId" clId="{31712FD7-FA85-48BA-9D35-5382388CFC74}" dt="2026-02-18T11:56:04.767" v="7"/>
        <pc:sldMkLst>
          <pc:docMk/>
          <pc:sldMk cId="1927638413" sldId="282"/>
        </pc:sldMkLst>
      </pc:sldChg>
      <pc:sldChg chg="modSp mod">
        <pc:chgData name="Žydrūnė Kelpšaitė" userId="e943768126acec1d" providerId="LiveId" clId="{31712FD7-FA85-48BA-9D35-5382388CFC74}" dt="2026-02-18T12:08:26.533" v="9" actId="13926"/>
        <pc:sldMkLst>
          <pc:docMk/>
          <pc:sldMk cId="1040160817" sldId="284"/>
        </pc:sldMkLst>
        <pc:spChg chg="mod">
          <ac:chgData name="Žydrūnė Kelpšaitė" userId="e943768126acec1d" providerId="LiveId" clId="{31712FD7-FA85-48BA-9D35-5382388CFC74}" dt="2026-02-18T12:08:26.533" v="9" actId="13926"/>
          <ac:spMkLst>
            <pc:docMk/>
            <pc:sldMk cId="1040160817" sldId="284"/>
            <ac:spMk id="123" creationId="{00000000-0000-0000-0000-000000000000}"/>
          </ac:spMkLst>
        </pc:spChg>
        <pc:spChg chg="mod">
          <ac:chgData name="Žydrūnė Kelpšaitė" userId="e943768126acec1d" providerId="LiveId" clId="{31712FD7-FA85-48BA-9D35-5382388CFC74}" dt="2026-02-18T12:07:49.146" v="8" actId="255"/>
          <ac:spMkLst>
            <pc:docMk/>
            <pc:sldMk cId="1040160817" sldId="284"/>
            <ac:spMk id="125" creationId="{00000000-0000-0000-0000-000000000000}"/>
          </ac:spMkLst>
        </pc:spChg>
      </pc:sldChg>
      <pc:sldChg chg="modSp mod">
        <pc:chgData name="Žydrūnė Kelpšaitė" userId="e943768126acec1d" providerId="LiveId" clId="{31712FD7-FA85-48BA-9D35-5382388CFC74}" dt="2026-02-17T16:37:42.913" v="0" actId="1076"/>
        <pc:sldMkLst>
          <pc:docMk/>
          <pc:sldMk cId="1972314903" sldId="289"/>
        </pc:sldMkLst>
        <pc:spChg chg="mod">
          <ac:chgData name="Žydrūnė Kelpšaitė" userId="e943768126acec1d" providerId="LiveId" clId="{31712FD7-FA85-48BA-9D35-5382388CFC74}" dt="2026-02-17T16:37:42.913" v="0" actId="1076"/>
          <ac:spMkLst>
            <pc:docMk/>
            <pc:sldMk cId="1972314903" sldId="289"/>
            <ac:spMk id="3" creationId="{73DA6F2A-C0C2-BA7D-7B66-9FAEECDFDAC7}"/>
          </ac:spMkLst>
        </pc:spChg>
      </pc:sldChg>
      <pc:sldChg chg="modSp mod">
        <pc:chgData name="Žydrūnė Kelpšaitė" userId="e943768126acec1d" providerId="LiveId" clId="{31712FD7-FA85-48BA-9D35-5382388CFC74}" dt="2026-02-18T12:49:53.075" v="39" actId="207"/>
        <pc:sldMkLst>
          <pc:docMk/>
          <pc:sldMk cId="1379318678" sldId="292"/>
        </pc:sldMkLst>
        <pc:spChg chg="mod">
          <ac:chgData name="Žydrūnė Kelpšaitė" userId="e943768126acec1d" providerId="LiveId" clId="{31712FD7-FA85-48BA-9D35-5382388CFC74}" dt="2026-02-18T12:49:53.075" v="39" actId="207"/>
          <ac:spMkLst>
            <pc:docMk/>
            <pc:sldMk cId="1379318678" sldId="292"/>
            <ac:spMk id="125" creationId="{00000000-0000-0000-0000-000000000000}"/>
          </ac:spMkLst>
        </pc:spChg>
      </pc:sldChg>
      <pc:sldChg chg="modSp mod">
        <pc:chgData name="Žydrūnė Kelpšaitė" userId="e943768126acec1d" providerId="LiveId" clId="{31712FD7-FA85-48BA-9D35-5382388CFC74}" dt="2026-02-18T12:52:11.080" v="41" actId="207"/>
        <pc:sldMkLst>
          <pc:docMk/>
          <pc:sldMk cId="526191565" sldId="293"/>
        </pc:sldMkLst>
        <pc:spChg chg="mod">
          <ac:chgData name="Žydrūnė Kelpšaitė" userId="e943768126acec1d" providerId="LiveId" clId="{31712FD7-FA85-48BA-9D35-5382388CFC74}" dt="2026-02-18T12:52:11.080" v="41" actId="207"/>
          <ac:spMkLst>
            <pc:docMk/>
            <pc:sldMk cId="526191565" sldId="293"/>
            <ac:spMk id="125" creationId="{00000000-0000-0000-0000-000000000000}"/>
          </ac:spMkLst>
        </pc:spChg>
      </pc:sldChg>
      <pc:sldChg chg="modSp mod">
        <pc:chgData name="Žydrūnė Kelpšaitė" userId="e943768126acec1d" providerId="LiveId" clId="{31712FD7-FA85-48BA-9D35-5382388CFC74}" dt="2026-02-18T12:53:38.090" v="42" actId="207"/>
        <pc:sldMkLst>
          <pc:docMk/>
          <pc:sldMk cId="932907600" sldId="295"/>
        </pc:sldMkLst>
        <pc:spChg chg="mod">
          <ac:chgData name="Žydrūnė Kelpšaitė" userId="e943768126acec1d" providerId="LiveId" clId="{31712FD7-FA85-48BA-9D35-5382388CFC74}" dt="2026-02-18T12:53:38.090" v="42" actId="207"/>
          <ac:spMkLst>
            <pc:docMk/>
            <pc:sldMk cId="932907600" sldId="295"/>
            <ac:spMk id="125" creationId="{00000000-0000-0000-0000-000000000000}"/>
          </ac:spMkLst>
        </pc:spChg>
      </pc:sldChg>
      <pc:sldChg chg="modSp mod">
        <pc:chgData name="Žydrūnė Kelpšaitė" userId="e943768126acec1d" providerId="LiveId" clId="{31712FD7-FA85-48BA-9D35-5382388CFC74}" dt="2026-02-18T12:55:34.274" v="43" actId="207"/>
        <pc:sldMkLst>
          <pc:docMk/>
          <pc:sldMk cId="3192591570" sldId="298"/>
        </pc:sldMkLst>
        <pc:spChg chg="mod">
          <ac:chgData name="Žydrūnė Kelpšaitė" userId="e943768126acec1d" providerId="LiveId" clId="{31712FD7-FA85-48BA-9D35-5382388CFC74}" dt="2026-02-18T12:55:34.274" v="43" actId="207"/>
          <ac:spMkLst>
            <pc:docMk/>
            <pc:sldMk cId="3192591570" sldId="298"/>
            <ac:spMk id="125" creationId="{00000000-0000-0000-0000-000000000000}"/>
          </ac:spMkLst>
        </pc:spChg>
      </pc:sldChg>
      <pc:sldChg chg="modSp mod">
        <pc:chgData name="Žydrūnė Kelpšaitė" userId="e943768126acec1d" providerId="LiveId" clId="{31712FD7-FA85-48BA-9D35-5382388CFC74}" dt="2026-02-18T12:47:52.626" v="26" actId="207"/>
        <pc:sldMkLst>
          <pc:docMk/>
          <pc:sldMk cId="2663837308" sldId="300"/>
        </pc:sldMkLst>
        <pc:spChg chg="mod">
          <ac:chgData name="Žydrūnė Kelpšaitė" userId="e943768126acec1d" providerId="LiveId" clId="{31712FD7-FA85-48BA-9D35-5382388CFC74}" dt="2026-02-18T12:47:52.626" v="26" actId="207"/>
          <ac:spMkLst>
            <pc:docMk/>
            <pc:sldMk cId="2663837308" sldId="300"/>
            <ac:spMk id="3" creationId="{1C11BCA8-8161-6E38-320F-A5B2C5CA258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4D604A-CCE7-4ABD-A1F5-F0FC38847476}" type="doc">
      <dgm:prSet loTypeId="urn:microsoft.com/office/officeart/2005/8/layout/orgChart1" loCatId="hierarchy" qsTypeId="urn:microsoft.com/office/officeart/2005/8/quickstyle/simple4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FD0C4889-061A-4E59-A75C-D83C0EA8D413}">
      <dgm:prSet phldrT="[Tekstas]"/>
      <dgm:spPr/>
      <dgm:t>
        <a:bodyPr/>
        <a:lstStyle/>
        <a:p>
          <a:r>
            <a:rPr lang="en-US" err="1"/>
            <a:t>Duomen</a:t>
          </a:r>
          <a:r>
            <a:rPr lang="lt-LT"/>
            <a:t>ų </a:t>
          </a:r>
          <a:r>
            <a:rPr lang="lt-LT" err="1"/>
            <a:t>tyryba</a:t>
          </a:r>
          <a:endParaRPr lang="en-US"/>
        </a:p>
      </dgm:t>
    </dgm:pt>
    <dgm:pt modelId="{D68A42E8-5B9B-41D9-A709-7727844FB318}" type="parTrans" cxnId="{04230D00-BBB3-4700-8117-2FA1401ED9FF}">
      <dgm:prSet/>
      <dgm:spPr/>
      <dgm:t>
        <a:bodyPr/>
        <a:lstStyle/>
        <a:p>
          <a:endParaRPr lang="en-US"/>
        </a:p>
      </dgm:t>
    </dgm:pt>
    <dgm:pt modelId="{33620725-5DEE-4D81-B961-876C14D80F0B}" type="sibTrans" cxnId="{04230D00-BBB3-4700-8117-2FA1401ED9FF}">
      <dgm:prSet/>
      <dgm:spPr/>
      <dgm:t>
        <a:bodyPr/>
        <a:lstStyle/>
        <a:p>
          <a:endParaRPr lang="en-US"/>
        </a:p>
      </dgm:t>
    </dgm:pt>
    <dgm:pt modelId="{29FA0B7B-BD7D-448C-8537-0038BE97C133}" type="asst">
      <dgm:prSet phldrT="[Tekstas]"/>
      <dgm:spPr/>
      <dgm:t>
        <a:bodyPr/>
        <a:lstStyle/>
        <a:p>
          <a:r>
            <a:rPr lang="lt-LT"/>
            <a:t>Priklausomybių </a:t>
          </a:r>
          <a:r>
            <a:rPr lang="lt-LT" err="1"/>
            <a:t>tyryba</a:t>
          </a:r>
          <a:endParaRPr lang="en-US"/>
        </a:p>
      </dgm:t>
    </dgm:pt>
    <dgm:pt modelId="{FFBAF091-7EBF-4AF9-BE95-B4A06B236CCC}" type="parTrans" cxnId="{49A88130-4C04-4BDE-A154-8C0448521593}">
      <dgm:prSet/>
      <dgm:spPr/>
      <dgm:t>
        <a:bodyPr/>
        <a:lstStyle/>
        <a:p>
          <a:endParaRPr lang="en-US"/>
        </a:p>
      </dgm:t>
    </dgm:pt>
    <dgm:pt modelId="{AE6DB579-64EC-4D38-A7BF-DF72E04CA8AD}" type="sibTrans" cxnId="{49A88130-4C04-4BDE-A154-8C0448521593}">
      <dgm:prSet/>
      <dgm:spPr/>
      <dgm:t>
        <a:bodyPr/>
        <a:lstStyle/>
        <a:p>
          <a:endParaRPr lang="en-US"/>
        </a:p>
      </dgm:t>
    </dgm:pt>
    <dgm:pt modelId="{CFB34CAC-46B7-430E-A442-14B0EDC57C67}" type="asst">
      <dgm:prSet phldrT="[Tekstas]"/>
      <dgm:spPr/>
      <dgm:t>
        <a:bodyPr/>
        <a:lstStyle/>
        <a:p>
          <a:r>
            <a:rPr lang="lt-LT"/>
            <a:t>Klasterizavimas</a:t>
          </a:r>
          <a:endParaRPr lang="en-US"/>
        </a:p>
      </dgm:t>
    </dgm:pt>
    <dgm:pt modelId="{20C67764-50BC-4F9B-84DD-BA1EB546CA10}" type="parTrans" cxnId="{695B01E9-AAAD-400A-980F-54C49A82E1D5}">
      <dgm:prSet/>
      <dgm:spPr/>
      <dgm:t>
        <a:bodyPr/>
        <a:lstStyle/>
        <a:p>
          <a:endParaRPr lang="en-US"/>
        </a:p>
      </dgm:t>
    </dgm:pt>
    <dgm:pt modelId="{496890DB-9EFD-4A9C-9EB6-F200D49C12B9}" type="sibTrans" cxnId="{695B01E9-AAAD-400A-980F-54C49A82E1D5}">
      <dgm:prSet/>
      <dgm:spPr/>
      <dgm:t>
        <a:bodyPr/>
        <a:lstStyle/>
        <a:p>
          <a:endParaRPr lang="en-US"/>
        </a:p>
      </dgm:t>
    </dgm:pt>
    <dgm:pt modelId="{123012BE-CA32-4859-8018-41B6A15AEB75}" type="asst">
      <dgm:prSet phldrT="[Tekstas]"/>
      <dgm:spPr/>
      <dgm:t>
        <a:bodyPr/>
        <a:lstStyle/>
        <a:p>
          <a:r>
            <a:rPr lang="lt-LT" dirty="0"/>
            <a:t>Asociacijų taisyklės</a:t>
          </a:r>
          <a:endParaRPr lang="en-US" dirty="0"/>
        </a:p>
      </dgm:t>
    </dgm:pt>
    <dgm:pt modelId="{91141399-C3A0-4F0E-83E7-C06B847AFE94}" type="parTrans" cxnId="{CE002965-D60F-4D2B-B4B7-E58C54189096}">
      <dgm:prSet/>
      <dgm:spPr/>
      <dgm:t>
        <a:bodyPr/>
        <a:lstStyle/>
        <a:p>
          <a:endParaRPr lang="en-US"/>
        </a:p>
      </dgm:t>
    </dgm:pt>
    <dgm:pt modelId="{B30232D8-CAD2-494A-99E5-C1610214531B}" type="sibTrans" cxnId="{CE002965-D60F-4D2B-B4B7-E58C54189096}">
      <dgm:prSet/>
      <dgm:spPr/>
      <dgm:t>
        <a:bodyPr/>
        <a:lstStyle/>
        <a:p>
          <a:endParaRPr lang="en-US"/>
        </a:p>
      </dgm:t>
    </dgm:pt>
    <dgm:pt modelId="{BF8D796D-7DB9-4070-966A-855E0D51FA1D}" type="asst">
      <dgm:prSet phldrT="[Tekstas]"/>
      <dgm:spPr/>
      <dgm:t>
        <a:bodyPr/>
        <a:lstStyle/>
        <a:p>
          <a:r>
            <a:rPr lang="lt-LT"/>
            <a:t>Prognozavimas</a:t>
          </a:r>
          <a:endParaRPr lang="en-US"/>
        </a:p>
      </dgm:t>
    </dgm:pt>
    <dgm:pt modelId="{FF7EFE16-C4EE-4D29-914E-8163CD30444F}" type="parTrans" cxnId="{93287B5E-B9AC-4CC1-BFCF-4551AD59C1BD}">
      <dgm:prSet/>
      <dgm:spPr/>
      <dgm:t>
        <a:bodyPr/>
        <a:lstStyle/>
        <a:p>
          <a:endParaRPr lang="en-US"/>
        </a:p>
      </dgm:t>
    </dgm:pt>
    <dgm:pt modelId="{D7122976-9DE9-460A-85A7-EB3C41C70392}" type="sibTrans" cxnId="{93287B5E-B9AC-4CC1-BFCF-4551AD59C1BD}">
      <dgm:prSet/>
      <dgm:spPr/>
      <dgm:t>
        <a:bodyPr/>
        <a:lstStyle/>
        <a:p>
          <a:endParaRPr lang="en-US"/>
        </a:p>
      </dgm:t>
    </dgm:pt>
    <dgm:pt modelId="{F6B09CC6-A359-4E61-8A88-4DC7426BDE5F}" type="asst">
      <dgm:prSet phldrT="[Tekstas]"/>
      <dgm:spPr/>
      <dgm:t>
        <a:bodyPr/>
        <a:lstStyle/>
        <a:p>
          <a:r>
            <a:rPr lang="lt-LT"/>
            <a:t>Klasifikavimas</a:t>
          </a:r>
          <a:endParaRPr lang="en-US"/>
        </a:p>
      </dgm:t>
    </dgm:pt>
    <dgm:pt modelId="{777FF308-030C-477A-9FA7-9CEE6508676F}" type="parTrans" cxnId="{4D2ADD2B-7E43-417F-98FB-D669E8A6A8F9}">
      <dgm:prSet/>
      <dgm:spPr/>
      <dgm:t>
        <a:bodyPr/>
        <a:lstStyle/>
        <a:p>
          <a:endParaRPr lang="en-US"/>
        </a:p>
      </dgm:t>
    </dgm:pt>
    <dgm:pt modelId="{05BD9DA8-7395-4FC8-BCDD-E27CDF6480CF}" type="sibTrans" cxnId="{4D2ADD2B-7E43-417F-98FB-D669E8A6A8F9}">
      <dgm:prSet/>
      <dgm:spPr/>
      <dgm:t>
        <a:bodyPr/>
        <a:lstStyle/>
        <a:p>
          <a:endParaRPr lang="en-US"/>
        </a:p>
      </dgm:t>
    </dgm:pt>
    <dgm:pt modelId="{90CE4DC2-6737-410D-8F12-E405910AFE87}" type="asst">
      <dgm:prSet phldrT="[Tekstas]"/>
      <dgm:spPr/>
      <dgm:t>
        <a:bodyPr/>
        <a:lstStyle/>
        <a:p>
          <a:r>
            <a:rPr lang="lt-LT"/>
            <a:t>Regresija</a:t>
          </a:r>
          <a:endParaRPr lang="en-US"/>
        </a:p>
      </dgm:t>
    </dgm:pt>
    <dgm:pt modelId="{68326F20-8BD1-4078-B5D2-9FD7F197BE51}" type="parTrans" cxnId="{D1D0F02A-7451-47E6-9813-C22365F49CB0}">
      <dgm:prSet/>
      <dgm:spPr/>
      <dgm:t>
        <a:bodyPr/>
        <a:lstStyle/>
        <a:p>
          <a:endParaRPr lang="en-US"/>
        </a:p>
      </dgm:t>
    </dgm:pt>
    <dgm:pt modelId="{8D9997DB-987E-4609-BEF2-943B5B16DB26}" type="sibTrans" cxnId="{D1D0F02A-7451-47E6-9813-C22365F49CB0}">
      <dgm:prSet/>
      <dgm:spPr/>
      <dgm:t>
        <a:bodyPr/>
        <a:lstStyle/>
        <a:p>
          <a:endParaRPr lang="en-US"/>
        </a:p>
      </dgm:t>
    </dgm:pt>
    <dgm:pt modelId="{F76C66FF-F133-4E64-BB3F-CA94FFDDF8AB}" type="pres">
      <dgm:prSet presAssocID="{ED4D604A-CCE7-4ABD-A1F5-F0FC3884747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31074AA-8157-48FE-8BC1-3C2EB01B5A80}" type="pres">
      <dgm:prSet presAssocID="{FD0C4889-061A-4E59-A75C-D83C0EA8D413}" presName="hierRoot1" presStyleCnt="0">
        <dgm:presLayoutVars>
          <dgm:hierBranch val="init"/>
        </dgm:presLayoutVars>
      </dgm:prSet>
      <dgm:spPr/>
    </dgm:pt>
    <dgm:pt modelId="{F75395F5-D27F-4D3D-AE39-5EB570F70206}" type="pres">
      <dgm:prSet presAssocID="{FD0C4889-061A-4E59-A75C-D83C0EA8D413}" presName="rootComposite1" presStyleCnt="0"/>
      <dgm:spPr/>
    </dgm:pt>
    <dgm:pt modelId="{B63269B8-C095-464F-BF27-28E7F10BA2EC}" type="pres">
      <dgm:prSet presAssocID="{FD0C4889-061A-4E59-A75C-D83C0EA8D413}" presName="rootText1" presStyleLbl="node0" presStyleIdx="0" presStyleCnt="1">
        <dgm:presLayoutVars>
          <dgm:chPref val="3"/>
        </dgm:presLayoutVars>
      </dgm:prSet>
      <dgm:spPr/>
    </dgm:pt>
    <dgm:pt modelId="{7BDD877D-4622-41CC-A719-9BB5EC9DE51D}" type="pres">
      <dgm:prSet presAssocID="{FD0C4889-061A-4E59-A75C-D83C0EA8D413}" presName="rootConnector1" presStyleLbl="node1" presStyleIdx="0" presStyleCnt="0"/>
      <dgm:spPr/>
    </dgm:pt>
    <dgm:pt modelId="{47B2CCDD-C940-41A0-A559-EEDF5125ACF9}" type="pres">
      <dgm:prSet presAssocID="{FD0C4889-061A-4E59-A75C-D83C0EA8D413}" presName="hierChild2" presStyleCnt="0"/>
      <dgm:spPr/>
    </dgm:pt>
    <dgm:pt modelId="{0213ABB8-F9C1-48BF-82A4-F1402EE7E5A5}" type="pres">
      <dgm:prSet presAssocID="{FD0C4889-061A-4E59-A75C-D83C0EA8D413}" presName="hierChild3" presStyleCnt="0"/>
      <dgm:spPr/>
    </dgm:pt>
    <dgm:pt modelId="{044709BE-3455-4E92-833A-2EA8CF402CF8}" type="pres">
      <dgm:prSet presAssocID="{FFBAF091-7EBF-4AF9-BE95-B4A06B236CCC}" presName="Name111" presStyleLbl="parChTrans1D2" presStyleIdx="0" presStyleCnt="2"/>
      <dgm:spPr/>
    </dgm:pt>
    <dgm:pt modelId="{521E6BFC-8497-450D-96B9-C276207BDAAA}" type="pres">
      <dgm:prSet presAssocID="{29FA0B7B-BD7D-448C-8537-0038BE97C133}" presName="hierRoot3" presStyleCnt="0">
        <dgm:presLayoutVars>
          <dgm:hierBranch val="init"/>
        </dgm:presLayoutVars>
      </dgm:prSet>
      <dgm:spPr/>
    </dgm:pt>
    <dgm:pt modelId="{BF0D44B1-EF48-4377-878E-76B3CE4D0924}" type="pres">
      <dgm:prSet presAssocID="{29FA0B7B-BD7D-448C-8537-0038BE97C133}" presName="rootComposite3" presStyleCnt="0"/>
      <dgm:spPr/>
    </dgm:pt>
    <dgm:pt modelId="{B2A1D5AD-679E-4703-A9D5-81B8C4562B9D}" type="pres">
      <dgm:prSet presAssocID="{29FA0B7B-BD7D-448C-8537-0038BE97C133}" presName="rootText3" presStyleLbl="asst1" presStyleIdx="0" presStyleCnt="6">
        <dgm:presLayoutVars>
          <dgm:chPref val="3"/>
        </dgm:presLayoutVars>
      </dgm:prSet>
      <dgm:spPr/>
    </dgm:pt>
    <dgm:pt modelId="{071CE97B-067E-4E4A-89F2-ABF142101F4F}" type="pres">
      <dgm:prSet presAssocID="{29FA0B7B-BD7D-448C-8537-0038BE97C133}" presName="rootConnector3" presStyleLbl="asst1" presStyleIdx="0" presStyleCnt="6"/>
      <dgm:spPr/>
    </dgm:pt>
    <dgm:pt modelId="{45FC4890-141F-48AB-8F80-77AD83B4AE21}" type="pres">
      <dgm:prSet presAssocID="{29FA0B7B-BD7D-448C-8537-0038BE97C133}" presName="hierChild6" presStyleCnt="0"/>
      <dgm:spPr/>
    </dgm:pt>
    <dgm:pt modelId="{AAF1FF8B-735A-4ACF-9C95-5528BC72F8FD}" type="pres">
      <dgm:prSet presAssocID="{29FA0B7B-BD7D-448C-8537-0038BE97C133}" presName="hierChild7" presStyleCnt="0"/>
      <dgm:spPr/>
    </dgm:pt>
    <dgm:pt modelId="{2DDB5C0C-6BB4-4F64-841B-3871654E6CA6}" type="pres">
      <dgm:prSet presAssocID="{20C67764-50BC-4F9B-84DD-BA1EB546CA10}" presName="Name111" presStyleLbl="parChTrans1D3" presStyleIdx="0" presStyleCnt="4"/>
      <dgm:spPr/>
    </dgm:pt>
    <dgm:pt modelId="{F5D7ABB1-5B17-4DD3-A615-83A4BBBE002E}" type="pres">
      <dgm:prSet presAssocID="{CFB34CAC-46B7-430E-A442-14B0EDC57C67}" presName="hierRoot3" presStyleCnt="0">
        <dgm:presLayoutVars>
          <dgm:hierBranch val="init"/>
        </dgm:presLayoutVars>
      </dgm:prSet>
      <dgm:spPr/>
    </dgm:pt>
    <dgm:pt modelId="{0A18578D-F93C-46E8-A833-0A0432ED3ECE}" type="pres">
      <dgm:prSet presAssocID="{CFB34CAC-46B7-430E-A442-14B0EDC57C67}" presName="rootComposite3" presStyleCnt="0"/>
      <dgm:spPr/>
    </dgm:pt>
    <dgm:pt modelId="{5403D467-9216-4915-A5FF-53CF38D89E2F}" type="pres">
      <dgm:prSet presAssocID="{CFB34CAC-46B7-430E-A442-14B0EDC57C67}" presName="rootText3" presStyleLbl="asst1" presStyleIdx="1" presStyleCnt="6">
        <dgm:presLayoutVars>
          <dgm:chPref val="3"/>
        </dgm:presLayoutVars>
      </dgm:prSet>
      <dgm:spPr/>
    </dgm:pt>
    <dgm:pt modelId="{FDA8642C-E091-40B8-BEC1-524351DBFC4E}" type="pres">
      <dgm:prSet presAssocID="{CFB34CAC-46B7-430E-A442-14B0EDC57C67}" presName="rootConnector3" presStyleLbl="asst1" presStyleIdx="1" presStyleCnt="6"/>
      <dgm:spPr/>
    </dgm:pt>
    <dgm:pt modelId="{EE9753D2-4CEA-4165-B749-869DC7731007}" type="pres">
      <dgm:prSet presAssocID="{CFB34CAC-46B7-430E-A442-14B0EDC57C67}" presName="hierChild6" presStyleCnt="0"/>
      <dgm:spPr/>
    </dgm:pt>
    <dgm:pt modelId="{23710AFC-3022-497F-BD70-1218A22D4F99}" type="pres">
      <dgm:prSet presAssocID="{CFB34CAC-46B7-430E-A442-14B0EDC57C67}" presName="hierChild7" presStyleCnt="0"/>
      <dgm:spPr/>
    </dgm:pt>
    <dgm:pt modelId="{AA12D452-0603-4A31-ABAD-3DDE9FBABFD4}" type="pres">
      <dgm:prSet presAssocID="{91141399-C3A0-4F0E-83E7-C06B847AFE94}" presName="Name111" presStyleLbl="parChTrans1D3" presStyleIdx="1" presStyleCnt="4"/>
      <dgm:spPr/>
    </dgm:pt>
    <dgm:pt modelId="{C9C4A7DD-9267-4C98-AC8A-0959D493C692}" type="pres">
      <dgm:prSet presAssocID="{123012BE-CA32-4859-8018-41B6A15AEB75}" presName="hierRoot3" presStyleCnt="0">
        <dgm:presLayoutVars>
          <dgm:hierBranch val="init"/>
        </dgm:presLayoutVars>
      </dgm:prSet>
      <dgm:spPr/>
    </dgm:pt>
    <dgm:pt modelId="{F433AA7D-B950-4E6A-9A4F-747E092A303D}" type="pres">
      <dgm:prSet presAssocID="{123012BE-CA32-4859-8018-41B6A15AEB75}" presName="rootComposite3" presStyleCnt="0"/>
      <dgm:spPr/>
    </dgm:pt>
    <dgm:pt modelId="{866D8655-F131-4E9E-8158-E75A6717618D}" type="pres">
      <dgm:prSet presAssocID="{123012BE-CA32-4859-8018-41B6A15AEB75}" presName="rootText3" presStyleLbl="asst1" presStyleIdx="2" presStyleCnt="6">
        <dgm:presLayoutVars>
          <dgm:chPref val="3"/>
        </dgm:presLayoutVars>
      </dgm:prSet>
      <dgm:spPr/>
    </dgm:pt>
    <dgm:pt modelId="{A7B44F0C-122A-4CB3-A6A3-302A0AA035D0}" type="pres">
      <dgm:prSet presAssocID="{123012BE-CA32-4859-8018-41B6A15AEB75}" presName="rootConnector3" presStyleLbl="asst1" presStyleIdx="2" presStyleCnt="6"/>
      <dgm:spPr/>
    </dgm:pt>
    <dgm:pt modelId="{010093C9-02E2-47E1-BD51-085F0AFF63A7}" type="pres">
      <dgm:prSet presAssocID="{123012BE-CA32-4859-8018-41B6A15AEB75}" presName="hierChild6" presStyleCnt="0"/>
      <dgm:spPr/>
    </dgm:pt>
    <dgm:pt modelId="{B873DA0C-EDCA-499E-8BB7-8D61759CE3D5}" type="pres">
      <dgm:prSet presAssocID="{123012BE-CA32-4859-8018-41B6A15AEB75}" presName="hierChild7" presStyleCnt="0"/>
      <dgm:spPr/>
    </dgm:pt>
    <dgm:pt modelId="{0E4400E7-F14C-4CF0-9186-B6DE646870B6}" type="pres">
      <dgm:prSet presAssocID="{FF7EFE16-C4EE-4D29-914E-8163CD30444F}" presName="Name111" presStyleLbl="parChTrans1D2" presStyleIdx="1" presStyleCnt="2"/>
      <dgm:spPr/>
    </dgm:pt>
    <dgm:pt modelId="{2B49A60F-DFCA-4735-B522-4CE22001F334}" type="pres">
      <dgm:prSet presAssocID="{BF8D796D-7DB9-4070-966A-855E0D51FA1D}" presName="hierRoot3" presStyleCnt="0">
        <dgm:presLayoutVars>
          <dgm:hierBranch val="init"/>
        </dgm:presLayoutVars>
      </dgm:prSet>
      <dgm:spPr/>
    </dgm:pt>
    <dgm:pt modelId="{E298ED31-0861-4697-A0CE-B62E2F5C40DB}" type="pres">
      <dgm:prSet presAssocID="{BF8D796D-7DB9-4070-966A-855E0D51FA1D}" presName="rootComposite3" presStyleCnt="0"/>
      <dgm:spPr/>
    </dgm:pt>
    <dgm:pt modelId="{1228C525-DB7E-4303-8F25-634098D6A52C}" type="pres">
      <dgm:prSet presAssocID="{BF8D796D-7DB9-4070-966A-855E0D51FA1D}" presName="rootText3" presStyleLbl="asst1" presStyleIdx="3" presStyleCnt="6">
        <dgm:presLayoutVars>
          <dgm:chPref val="3"/>
        </dgm:presLayoutVars>
      </dgm:prSet>
      <dgm:spPr/>
    </dgm:pt>
    <dgm:pt modelId="{03D63699-39AF-4852-BDB5-09FD6B4375BF}" type="pres">
      <dgm:prSet presAssocID="{BF8D796D-7DB9-4070-966A-855E0D51FA1D}" presName="rootConnector3" presStyleLbl="asst1" presStyleIdx="3" presStyleCnt="6"/>
      <dgm:spPr/>
    </dgm:pt>
    <dgm:pt modelId="{75CC2A8C-4F9D-4A37-95AA-F54C5E8C0EE1}" type="pres">
      <dgm:prSet presAssocID="{BF8D796D-7DB9-4070-966A-855E0D51FA1D}" presName="hierChild6" presStyleCnt="0"/>
      <dgm:spPr/>
    </dgm:pt>
    <dgm:pt modelId="{7E0159C7-D5E9-4A17-B3DD-73FA1A30F221}" type="pres">
      <dgm:prSet presAssocID="{BF8D796D-7DB9-4070-966A-855E0D51FA1D}" presName="hierChild7" presStyleCnt="0"/>
      <dgm:spPr/>
    </dgm:pt>
    <dgm:pt modelId="{AE5D2054-FA45-447D-831C-040662483905}" type="pres">
      <dgm:prSet presAssocID="{777FF308-030C-477A-9FA7-9CEE6508676F}" presName="Name111" presStyleLbl="parChTrans1D3" presStyleIdx="2" presStyleCnt="4"/>
      <dgm:spPr/>
    </dgm:pt>
    <dgm:pt modelId="{53688510-FF96-446E-9091-A158D6B80FFE}" type="pres">
      <dgm:prSet presAssocID="{F6B09CC6-A359-4E61-8A88-4DC7426BDE5F}" presName="hierRoot3" presStyleCnt="0">
        <dgm:presLayoutVars>
          <dgm:hierBranch val="init"/>
        </dgm:presLayoutVars>
      </dgm:prSet>
      <dgm:spPr/>
    </dgm:pt>
    <dgm:pt modelId="{907FE59C-7550-4870-BDCA-594FC11FA722}" type="pres">
      <dgm:prSet presAssocID="{F6B09CC6-A359-4E61-8A88-4DC7426BDE5F}" presName="rootComposite3" presStyleCnt="0"/>
      <dgm:spPr/>
    </dgm:pt>
    <dgm:pt modelId="{4656B65D-27EF-4BD0-A708-8092F0EA9FD7}" type="pres">
      <dgm:prSet presAssocID="{F6B09CC6-A359-4E61-8A88-4DC7426BDE5F}" presName="rootText3" presStyleLbl="asst1" presStyleIdx="4" presStyleCnt="6">
        <dgm:presLayoutVars>
          <dgm:chPref val="3"/>
        </dgm:presLayoutVars>
      </dgm:prSet>
      <dgm:spPr/>
    </dgm:pt>
    <dgm:pt modelId="{47F7AB44-366E-4123-BA0C-0D7A67C6E3C9}" type="pres">
      <dgm:prSet presAssocID="{F6B09CC6-A359-4E61-8A88-4DC7426BDE5F}" presName="rootConnector3" presStyleLbl="asst1" presStyleIdx="4" presStyleCnt="6"/>
      <dgm:spPr/>
    </dgm:pt>
    <dgm:pt modelId="{1ABEBA2F-5D7E-4320-90DF-8553C8631222}" type="pres">
      <dgm:prSet presAssocID="{F6B09CC6-A359-4E61-8A88-4DC7426BDE5F}" presName="hierChild6" presStyleCnt="0"/>
      <dgm:spPr/>
    </dgm:pt>
    <dgm:pt modelId="{AA77AB0D-A3AA-46CA-990D-BEBCD03DABDE}" type="pres">
      <dgm:prSet presAssocID="{F6B09CC6-A359-4E61-8A88-4DC7426BDE5F}" presName="hierChild7" presStyleCnt="0"/>
      <dgm:spPr/>
    </dgm:pt>
    <dgm:pt modelId="{C270CBA5-5CAD-4CD4-9212-5D6D018A85F8}" type="pres">
      <dgm:prSet presAssocID="{68326F20-8BD1-4078-B5D2-9FD7F197BE51}" presName="Name111" presStyleLbl="parChTrans1D3" presStyleIdx="3" presStyleCnt="4"/>
      <dgm:spPr/>
    </dgm:pt>
    <dgm:pt modelId="{02C10BDD-6C27-45CD-8CC6-76CB7A3C8BB6}" type="pres">
      <dgm:prSet presAssocID="{90CE4DC2-6737-410D-8F12-E405910AFE87}" presName="hierRoot3" presStyleCnt="0">
        <dgm:presLayoutVars>
          <dgm:hierBranch val="init"/>
        </dgm:presLayoutVars>
      </dgm:prSet>
      <dgm:spPr/>
    </dgm:pt>
    <dgm:pt modelId="{1B88069C-8029-4E5A-BF0C-26E6EB6C39D2}" type="pres">
      <dgm:prSet presAssocID="{90CE4DC2-6737-410D-8F12-E405910AFE87}" presName="rootComposite3" presStyleCnt="0"/>
      <dgm:spPr/>
    </dgm:pt>
    <dgm:pt modelId="{C1F5A8E8-CBF5-4714-9D24-9D4C860C92DF}" type="pres">
      <dgm:prSet presAssocID="{90CE4DC2-6737-410D-8F12-E405910AFE87}" presName="rootText3" presStyleLbl="asst1" presStyleIdx="5" presStyleCnt="6">
        <dgm:presLayoutVars>
          <dgm:chPref val="3"/>
        </dgm:presLayoutVars>
      </dgm:prSet>
      <dgm:spPr/>
    </dgm:pt>
    <dgm:pt modelId="{93A13860-B43E-4FA4-A3DE-A2898EE3CFE8}" type="pres">
      <dgm:prSet presAssocID="{90CE4DC2-6737-410D-8F12-E405910AFE87}" presName="rootConnector3" presStyleLbl="asst1" presStyleIdx="5" presStyleCnt="6"/>
      <dgm:spPr/>
    </dgm:pt>
    <dgm:pt modelId="{7C5E1980-5D75-4A0A-A19C-CFF8C756705E}" type="pres">
      <dgm:prSet presAssocID="{90CE4DC2-6737-410D-8F12-E405910AFE87}" presName="hierChild6" presStyleCnt="0"/>
      <dgm:spPr/>
    </dgm:pt>
    <dgm:pt modelId="{B2FEEC4F-7EAA-42A7-9796-2C67702EA493}" type="pres">
      <dgm:prSet presAssocID="{90CE4DC2-6737-410D-8F12-E405910AFE87}" presName="hierChild7" presStyleCnt="0"/>
      <dgm:spPr/>
    </dgm:pt>
  </dgm:ptLst>
  <dgm:cxnLst>
    <dgm:cxn modelId="{04230D00-BBB3-4700-8117-2FA1401ED9FF}" srcId="{ED4D604A-CCE7-4ABD-A1F5-F0FC38847476}" destId="{FD0C4889-061A-4E59-A75C-D83C0EA8D413}" srcOrd="0" destOrd="0" parTransId="{D68A42E8-5B9B-41D9-A709-7727844FB318}" sibTransId="{33620725-5DEE-4D81-B961-876C14D80F0B}"/>
    <dgm:cxn modelId="{4764240E-C5C5-4184-950A-CF11F5ED13A1}" type="presOf" srcId="{91141399-C3A0-4F0E-83E7-C06B847AFE94}" destId="{AA12D452-0603-4A31-ABAD-3DDE9FBABFD4}" srcOrd="0" destOrd="0" presId="urn:microsoft.com/office/officeart/2005/8/layout/orgChart1"/>
    <dgm:cxn modelId="{750DD417-D137-4C85-A611-5DFBACEED2A0}" type="presOf" srcId="{BF8D796D-7DB9-4070-966A-855E0D51FA1D}" destId="{1228C525-DB7E-4303-8F25-634098D6A52C}" srcOrd="0" destOrd="0" presId="urn:microsoft.com/office/officeart/2005/8/layout/orgChart1"/>
    <dgm:cxn modelId="{0847B124-A6A5-4045-B673-5E8352C7F343}" type="presOf" srcId="{29FA0B7B-BD7D-448C-8537-0038BE97C133}" destId="{071CE97B-067E-4E4A-89F2-ABF142101F4F}" srcOrd="1" destOrd="0" presId="urn:microsoft.com/office/officeart/2005/8/layout/orgChart1"/>
    <dgm:cxn modelId="{D1D0F02A-7451-47E6-9813-C22365F49CB0}" srcId="{BF8D796D-7DB9-4070-966A-855E0D51FA1D}" destId="{90CE4DC2-6737-410D-8F12-E405910AFE87}" srcOrd="1" destOrd="0" parTransId="{68326F20-8BD1-4078-B5D2-9FD7F197BE51}" sibTransId="{8D9997DB-987E-4609-BEF2-943B5B16DB26}"/>
    <dgm:cxn modelId="{4D2ADD2B-7E43-417F-98FB-D669E8A6A8F9}" srcId="{BF8D796D-7DB9-4070-966A-855E0D51FA1D}" destId="{F6B09CC6-A359-4E61-8A88-4DC7426BDE5F}" srcOrd="0" destOrd="0" parTransId="{777FF308-030C-477A-9FA7-9CEE6508676F}" sibTransId="{05BD9DA8-7395-4FC8-BCDD-E27CDF6480CF}"/>
    <dgm:cxn modelId="{713F562D-6418-470B-A4A4-32CF858425E8}" type="presOf" srcId="{CFB34CAC-46B7-430E-A442-14B0EDC57C67}" destId="{FDA8642C-E091-40B8-BEC1-524351DBFC4E}" srcOrd="1" destOrd="0" presId="urn:microsoft.com/office/officeart/2005/8/layout/orgChart1"/>
    <dgm:cxn modelId="{8E088F2F-3620-4352-AE36-D80B11BFBF35}" type="presOf" srcId="{123012BE-CA32-4859-8018-41B6A15AEB75}" destId="{866D8655-F131-4E9E-8158-E75A6717618D}" srcOrd="0" destOrd="0" presId="urn:microsoft.com/office/officeart/2005/8/layout/orgChart1"/>
    <dgm:cxn modelId="{49A88130-4C04-4BDE-A154-8C0448521593}" srcId="{FD0C4889-061A-4E59-A75C-D83C0EA8D413}" destId="{29FA0B7B-BD7D-448C-8537-0038BE97C133}" srcOrd="0" destOrd="0" parTransId="{FFBAF091-7EBF-4AF9-BE95-B4A06B236CCC}" sibTransId="{AE6DB579-64EC-4D38-A7BF-DF72E04CA8AD}"/>
    <dgm:cxn modelId="{1F67963F-7757-4B03-B147-0F3727914208}" type="presOf" srcId="{90CE4DC2-6737-410D-8F12-E405910AFE87}" destId="{93A13860-B43E-4FA4-A3DE-A2898EE3CFE8}" srcOrd="1" destOrd="0" presId="urn:microsoft.com/office/officeart/2005/8/layout/orgChart1"/>
    <dgm:cxn modelId="{5234A35D-FB1E-43AF-BE29-4A0B05C17AC3}" type="presOf" srcId="{FD0C4889-061A-4E59-A75C-D83C0EA8D413}" destId="{7BDD877D-4622-41CC-A719-9BB5EC9DE51D}" srcOrd="1" destOrd="0" presId="urn:microsoft.com/office/officeart/2005/8/layout/orgChart1"/>
    <dgm:cxn modelId="{93287B5E-B9AC-4CC1-BFCF-4551AD59C1BD}" srcId="{FD0C4889-061A-4E59-A75C-D83C0EA8D413}" destId="{BF8D796D-7DB9-4070-966A-855E0D51FA1D}" srcOrd="1" destOrd="0" parTransId="{FF7EFE16-C4EE-4D29-914E-8163CD30444F}" sibTransId="{D7122976-9DE9-460A-85A7-EB3C41C70392}"/>
    <dgm:cxn modelId="{CE002965-D60F-4D2B-B4B7-E58C54189096}" srcId="{29FA0B7B-BD7D-448C-8537-0038BE97C133}" destId="{123012BE-CA32-4859-8018-41B6A15AEB75}" srcOrd="1" destOrd="0" parTransId="{91141399-C3A0-4F0E-83E7-C06B847AFE94}" sibTransId="{B30232D8-CAD2-494A-99E5-C1610214531B}"/>
    <dgm:cxn modelId="{ED13956F-F065-4150-B602-878D6436F195}" type="presOf" srcId="{FD0C4889-061A-4E59-A75C-D83C0EA8D413}" destId="{B63269B8-C095-464F-BF27-28E7F10BA2EC}" srcOrd="0" destOrd="0" presId="urn:microsoft.com/office/officeart/2005/8/layout/orgChart1"/>
    <dgm:cxn modelId="{8AE61A7B-A20F-47E7-843D-74BF63F09CC4}" type="presOf" srcId="{90CE4DC2-6737-410D-8F12-E405910AFE87}" destId="{C1F5A8E8-CBF5-4714-9D24-9D4C860C92DF}" srcOrd="0" destOrd="0" presId="urn:microsoft.com/office/officeart/2005/8/layout/orgChart1"/>
    <dgm:cxn modelId="{3ABF1386-764C-481E-B6BE-C9072A7FB338}" type="presOf" srcId="{FFBAF091-7EBF-4AF9-BE95-B4A06B236CCC}" destId="{044709BE-3455-4E92-833A-2EA8CF402CF8}" srcOrd="0" destOrd="0" presId="urn:microsoft.com/office/officeart/2005/8/layout/orgChart1"/>
    <dgm:cxn modelId="{7DDA4C87-2A99-4F9A-AAB0-1233EE9C96F8}" type="presOf" srcId="{ED4D604A-CCE7-4ABD-A1F5-F0FC38847476}" destId="{F76C66FF-F133-4E64-BB3F-CA94FFDDF8AB}" srcOrd="0" destOrd="0" presId="urn:microsoft.com/office/officeart/2005/8/layout/orgChart1"/>
    <dgm:cxn modelId="{B3E0CB90-16E1-4786-94E9-E197FA249451}" type="presOf" srcId="{777FF308-030C-477A-9FA7-9CEE6508676F}" destId="{AE5D2054-FA45-447D-831C-040662483905}" srcOrd="0" destOrd="0" presId="urn:microsoft.com/office/officeart/2005/8/layout/orgChart1"/>
    <dgm:cxn modelId="{E4A06891-E2BC-4EA8-AED9-AFBED2DE0FB3}" type="presOf" srcId="{CFB34CAC-46B7-430E-A442-14B0EDC57C67}" destId="{5403D467-9216-4915-A5FF-53CF38D89E2F}" srcOrd="0" destOrd="0" presId="urn:microsoft.com/office/officeart/2005/8/layout/orgChart1"/>
    <dgm:cxn modelId="{76BE0C97-3572-4426-B008-F8482AD0AF29}" type="presOf" srcId="{BF8D796D-7DB9-4070-966A-855E0D51FA1D}" destId="{03D63699-39AF-4852-BDB5-09FD6B4375BF}" srcOrd="1" destOrd="0" presId="urn:microsoft.com/office/officeart/2005/8/layout/orgChart1"/>
    <dgm:cxn modelId="{64E0CF9F-CB67-4917-AFB3-DAF08CD08728}" type="presOf" srcId="{68326F20-8BD1-4078-B5D2-9FD7F197BE51}" destId="{C270CBA5-5CAD-4CD4-9212-5D6D018A85F8}" srcOrd="0" destOrd="0" presId="urn:microsoft.com/office/officeart/2005/8/layout/orgChart1"/>
    <dgm:cxn modelId="{39431CDB-E3E0-47A1-8DF0-FCB36C9E73F4}" type="presOf" srcId="{123012BE-CA32-4859-8018-41B6A15AEB75}" destId="{A7B44F0C-122A-4CB3-A6A3-302A0AA035D0}" srcOrd="1" destOrd="0" presId="urn:microsoft.com/office/officeart/2005/8/layout/orgChart1"/>
    <dgm:cxn modelId="{EDF5B7DC-973C-409A-94B0-AC36EA5D315D}" type="presOf" srcId="{FF7EFE16-C4EE-4D29-914E-8163CD30444F}" destId="{0E4400E7-F14C-4CF0-9186-B6DE646870B6}" srcOrd="0" destOrd="0" presId="urn:microsoft.com/office/officeart/2005/8/layout/orgChart1"/>
    <dgm:cxn modelId="{82BA96DE-FA19-47EA-ACF9-C2CC126E870C}" type="presOf" srcId="{F6B09CC6-A359-4E61-8A88-4DC7426BDE5F}" destId="{47F7AB44-366E-4123-BA0C-0D7A67C6E3C9}" srcOrd="1" destOrd="0" presId="urn:microsoft.com/office/officeart/2005/8/layout/orgChart1"/>
    <dgm:cxn modelId="{0A1EE2E2-ED6D-4CCD-B49C-55379D1E747C}" type="presOf" srcId="{20C67764-50BC-4F9B-84DD-BA1EB546CA10}" destId="{2DDB5C0C-6BB4-4F64-841B-3871654E6CA6}" srcOrd="0" destOrd="0" presId="urn:microsoft.com/office/officeart/2005/8/layout/orgChart1"/>
    <dgm:cxn modelId="{26D834E6-0756-41DB-8E70-F13BDDB3D276}" type="presOf" srcId="{29FA0B7B-BD7D-448C-8537-0038BE97C133}" destId="{B2A1D5AD-679E-4703-A9D5-81B8C4562B9D}" srcOrd="0" destOrd="0" presId="urn:microsoft.com/office/officeart/2005/8/layout/orgChart1"/>
    <dgm:cxn modelId="{C31A0DE7-F352-429A-80E8-BC5ACF9CFFB8}" type="presOf" srcId="{F6B09CC6-A359-4E61-8A88-4DC7426BDE5F}" destId="{4656B65D-27EF-4BD0-A708-8092F0EA9FD7}" srcOrd="0" destOrd="0" presId="urn:microsoft.com/office/officeart/2005/8/layout/orgChart1"/>
    <dgm:cxn modelId="{695B01E9-AAAD-400A-980F-54C49A82E1D5}" srcId="{29FA0B7B-BD7D-448C-8537-0038BE97C133}" destId="{CFB34CAC-46B7-430E-A442-14B0EDC57C67}" srcOrd="0" destOrd="0" parTransId="{20C67764-50BC-4F9B-84DD-BA1EB546CA10}" sibTransId="{496890DB-9EFD-4A9C-9EB6-F200D49C12B9}"/>
    <dgm:cxn modelId="{4E8E4B81-8CF3-4294-B842-CDD8710CE14F}" type="presParOf" srcId="{F76C66FF-F133-4E64-BB3F-CA94FFDDF8AB}" destId="{B31074AA-8157-48FE-8BC1-3C2EB01B5A80}" srcOrd="0" destOrd="0" presId="urn:microsoft.com/office/officeart/2005/8/layout/orgChart1"/>
    <dgm:cxn modelId="{16F23CC4-79D8-47A9-90BD-F9645E9D44CC}" type="presParOf" srcId="{B31074AA-8157-48FE-8BC1-3C2EB01B5A80}" destId="{F75395F5-D27F-4D3D-AE39-5EB570F70206}" srcOrd="0" destOrd="0" presId="urn:microsoft.com/office/officeart/2005/8/layout/orgChart1"/>
    <dgm:cxn modelId="{0D23CA7A-2226-41DB-8E92-24C0AC324213}" type="presParOf" srcId="{F75395F5-D27F-4D3D-AE39-5EB570F70206}" destId="{B63269B8-C095-464F-BF27-28E7F10BA2EC}" srcOrd="0" destOrd="0" presId="urn:microsoft.com/office/officeart/2005/8/layout/orgChart1"/>
    <dgm:cxn modelId="{7ABA5705-5571-4653-BBF8-AEE64BE6F523}" type="presParOf" srcId="{F75395F5-D27F-4D3D-AE39-5EB570F70206}" destId="{7BDD877D-4622-41CC-A719-9BB5EC9DE51D}" srcOrd="1" destOrd="0" presId="urn:microsoft.com/office/officeart/2005/8/layout/orgChart1"/>
    <dgm:cxn modelId="{2AD1F28E-A14E-4ED4-8AB3-53E75C1A05F1}" type="presParOf" srcId="{B31074AA-8157-48FE-8BC1-3C2EB01B5A80}" destId="{47B2CCDD-C940-41A0-A559-EEDF5125ACF9}" srcOrd="1" destOrd="0" presId="urn:microsoft.com/office/officeart/2005/8/layout/orgChart1"/>
    <dgm:cxn modelId="{5DD73F4B-110F-4826-A3FD-396823F076BC}" type="presParOf" srcId="{B31074AA-8157-48FE-8BC1-3C2EB01B5A80}" destId="{0213ABB8-F9C1-48BF-82A4-F1402EE7E5A5}" srcOrd="2" destOrd="0" presId="urn:microsoft.com/office/officeart/2005/8/layout/orgChart1"/>
    <dgm:cxn modelId="{0F8E8D7F-5C91-4F15-975D-2FA71CB8D6C3}" type="presParOf" srcId="{0213ABB8-F9C1-48BF-82A4-F1402EE7E5A5}" destId="{044709BE-3455-4E92-833A-2EA8CF402CF8}" srcOrd="0" destOrd="0" presId="urn:microsoft.com/office/officeart/2005/8/layout/orgChart1"/>
    <dgm:cxn modelId="{79DF7504-A8C2-4811-A5B8-2E69356D86F9}" type="presParOf" srcId="{0213ABB8-F9C1-48BF-82A4-F1402EE7E5A5}" destId="{521E6BFC-8497-450D-96B9-C276207BDAAA}" srcOrd="1" destOrd="0" presId="urn:microsoft.com/office/officeart/2005/8/layout/orgChart1"/>
    <dgm:cxn modelId="{3ACBCC94-B6F2-49FF-A4B2-EC9808787C38}" type="presParOf" srcId="{521E6BFC-8497-450D-96B9-C276207BDAAA}" destId="{BF0D44B1-EF48-4377-878E-76B3CE4D0924}" srcOrd="0" destOrd="0" presId="urn:microsoft.com/office/officeart/2005/8/layout/orgChart1"/>
    <dgm:cxn modelId="{F6AE8D7C-175D-48C1-81AF-379F35F5E987}" type="presParOf" srcId="{BF0D44B1-EF48-4377-878E-76B3CE4D0924}" destId="{B2A1D5AD-679E-4703-A9D5-81B8C4562B9D}" srcOrd="0" destOrd="0" presId="urn:microsoft.com/office/officeart/2005/8/layout/orgChart1"/>
    <dgm:cxn modelId="{FE5596FA-AC68-454B-9037-95F894250212}" type="presParOf" srcId="{BF0D44B1-EF48-4377-878E-76B3CE4D0924}" destId="{071CE97B-067E-4E4A-89F2-ABF142101F4F}" srcOrd="1" destOrd="0" presId="urn:microsoft.com/office/officeart/2005/8/layout/orgChart1"/>
    <dgm:cxn modelId="{459E1F07-F499-4520-9097-1AC001032BB9}" type="presParOf" srcId="{521E6BFC-8497-450D-96B9-C276207BDAAA}" destId="{45FC4890-141F-48AB-8F80-77AD83B4AE21}" srcOrd="1" destOrd="0" presId="urn:microsoft.com/office/officeart/2005/8/layout/orgChart1"/>
    <dgm:cxn modelId="{58CA8250-4CEF-4613-9FCE-400E0641676D}" type="presParOf" srcId="{521E6BFC-8497-450D-96B9-C276207BDAAA}" destId="{AAF1FF8B-735A-4ACF-9C95-5528BC72F8FD}" srcOrd="2" destOrd="0" presId="urn:microsoft.com/office/officeart/2005/8/layout/orgChart1"/>
    <dgm:cxn modelId="{B7D8FFC5-1B24-414B-A0CC-81496718F8E2}" type="presParOf" srcId="{AAF1FF8B-735A-4ACF-9C95-5528BC72F8FD}" destId="{2DDB5C0C-6BB4-4F64-841B-3871654E6CA6}" srcOrd="0" destOrd="0" presId="urn:microsoft.com/office/officeart/2005/8/layout/orgChart1"/>
    <dgm:cxn modelId="{B95BA711-48E3-4534-A02B-2E65873E23C5}" type="presParOf" srcId="{AAF1FF8B-735A-4ACF-9C95-5528BC72F8FD}" destId="{F5D7ABB1-5B17-4DD3-A615-83A4BBBE002E}" srcOrd="1" destOrd="0" presId="urn:microsoft.com/office/officeart/2005/8/layout/orgChart1"/>
    <dgm:cxn modelId="{88C43BE3-6638-4241-8F45-E148A28ACC5E}" type="presParOf" srcId="{F5D7ABB1-5B17-4DD3-A615-83A4BBBE002E}" destId="{0A18578D-F93C-46E8-A833-0A0432ED3ECE}" srcOrd="0" destOrd="0" presId="urn:microsoft.com/office/officeart/2005/8/layout/orgChart1"/>
    <dgm:cxn modelId="{B05B43C3-DEC2-41D9-B8D1-9D4A6F0A19A8}" type="presParOf" srcId="{0A18578D-F93C-46E8-A833-0A0432ED3ECE}" destId="{5403D467-9216-4915-A5FF-53CF38D89E2F}" srcOrd="0" destOrd="0" presId="urn:microsoft.com/office/officeart/2005/8/layout/orgChart1"/>
    <dgm:cxn modelId="{664FF024-2BE2-40F3-8E88-D8DDDEFDC4BF}" type="presParOf" srcId="{0A18578D-F93C-46E8-A833-0A0432ED3ECE}" destId="{FDA8642C-E091-40B8-BEC1-524351DBFC4E}" srcOrd="1" destOrd="0" presId="urn:microsoft.com/office/officeart/2005/8/layout/orgChart1"/>
    <dgm:cxn modelId="{E21E90DC-AE55-43AF-BE8A-111E63EFBA1B}" type="presParOf" srcId="{F5D7ABB1-5B17-4DD3-A615-83A4BBBE002E}" destId="{EE9753D2-4CEA-4165-B749-869DC7731007}" srcOrd="1" destOrd="0" presId="urn:microsoft.com/office/officeart/2005/8/layout/orgChart1"/>
    <dgm:cxn modelId="{F166C38E-D2A5-420C-83BB-D9B889FF6FAB}" type="presParOf" srcId="{F5D7ABB1-5B17-4DD3-A615-83A4BBBE002E}" destId="{23710AFC-3022-497F-BD70-1218A22D4F99}" srcOrd="2" destOrd="0" presId="urn:microsoft.com/office/officeart/2005/8/layout/orgChart1"/>
    <dgm:cxn modelId="{B50A3948-389E-4CA6-939B-E0C7FF58D94A}" type="presParOf" srcId="{AAF1FF8B-735A-4ACF-9C95-5528BC72F8FD}" destId="{AA12D452-0603-4A31-ABAD-3DDE9FBABFD4}" srcOrd="2" destOrd="0" presId="urn:microsoft.com/office/officeart/2005/8/layout/orgChart1"/>
    <dgm:cxn modelId="{E9D25EE8-8954-440F-B27F-83C2F3F3A8C0}" type="presParOf" srcId="{AAF1FF8B-735A-4ACF-9C95-5528BC72F8FD}" destId="{C9C4A7DD-9267-4C98-AC8A-0959D493C692}" srcOrd="3" destOrd="0" presId="urn:microsoft.com/office/officeart/2005/8/layout/orgChart1"/>
    <dgm:cxn modelId="{283A7B24-39D3-46D5-AD6E-4C5F54E7C78F}" type="presParOf" srcId="{C9C4A7DD-9267-4C98-AC8A-0959D493C692}" destId="{F433AA7D-B950-4E6A-9A4F-747E092A303D}" srcOrd="0" destOrd="0" presId="urn:microsoft.com/office/officeart/2005/8/layout/orgChart1"/>
    <dgm:cxn modelId="{9F4F750A-5345-4C32-BC4E-693972AB4900}" type="presParOf" srcId="{F433AA7D-B950-4E6A-9A4F-747E092A303D}" destId="{866D8655-F131-4E9E-8158-E75A6717618D}" srcOrd="0" destOrd="0" presId="urn:microsoft.com/office/officeart/2005/8/layout/orgChart1"/>
    <dgm:cxn modelId="{46B9083B-EF17-459B-8419-2D2625D3CB8F}" type="presParOf" srcId="{F433AA7D-B950-4E6A-9A4F-747E092A303D}" destId="{A7B44F0C-122A-4CB3-A6A3-302A0AA035D0}" srcOrd="1" destOrd="0" presId="urn:microsoft.com/office/officeart/2005/8/layout/orgChart1"/>
    <dgm:cxn modelId="{AFFF9EAA-8AB4-4708-BAA8-AA69326BEC0D}" type="presParOf" srcId="{C9C4A7DD-9267-4C98-AC8A-0959D493C692}" destId="{010093C9-02E2-47E1-BD51-085F0AFF63A7}" srcOrd="1" destOrd="0" presId="urn:microsoft.com/office/officeart/2005/8/layout/orgChart1"/>
    <dgm:cxn modelId="{7734B37B-1546-4599-A678-8C623555E6DD}" type="presParOf" srcId="{C9C4A7DD-9267-4C98-AC8A-0959D493C692}" destId="{B873DA0C-EDCA-499E-8BB7-8D61759CE3D5}" srcOrd="2" destOrd="0" presId="urn:microsoft.com/office/officeart/2005/8/layout/orgChart1"/>
    <dgm:cxn modelId="{558E587D-A1A2-46E8-BB09-F66EEDA50834}" type="presParOf" srcId="{0213ABB8-F9C1-48BF-82A4-F1402EE7E5A5}" destId="{0E4400E7-F14C-4CF0-9186-B6DE646870B6}" srcOrd="2" destOrd="0" presId="urn:microsoft.com/office/officeart/2005/8/layout/orgChart1"/>
    <dgm:cxn modelId="{FF1E8BA9-D76C-4E17-8978-DA136378167D}" type="presParOf" srcId="{0213ABB8-F9C1-48BF-82A4-F1402EE7E5A5}" destId="{2B49A60F-DFCA-4735-B522-4CE22001F334}" srcOrd="3" destOrd="0" presId="urn:microsoft.com/office/officeart/2005/8/layout/orgChart1"/>
    <dgm:cxn modelId="{751A789B-4295-4A17-9CA6-A807885E1020}" type="presParOf" srcId="{2B49A60F-DFCA-4735-B522-4CE22001F334}" destId="{E298ED31-0861-4697-A0CE-B62E2F5C40DB}" srcOrd="0" destOrd="0" presId="urn:microsoft.com/office/officeart/2005/8/layout/orgChart1"/>
    <dgm:cxn modelId="{7EDC2F24-DBE9-4622-B0E2-6B02B63907B5}" type="presParOf" srcId="{E298ED31-0861-4697-A0CE-B62E2F5C40DB}" destId="{1228C525-DB7E-4303-8F25-634098D6A52C}" srcOrd="0" destOrd="0" presId="urn:microsoft.com/office/officeart/2005/8/layout/orgChart1"/>
    <dgm:cxn modelId="{468CA976-97C3-4C47-9BF9-696CFDED10F7}" type="presParOf" srcId="{E298ED31-0861-4697-A0CE-B62E2F5C40DB}" destId="{03D63699-39AF-4852-BDB5-09FD6B4375BF}" srcOrd="1" destOrd="0" presId="urn:microsoft.com/office/officeart/2005/8/layout/orgChart1"/>
    <dgm:cxn modelId="{B30759EF-3782-4C02-B855-03B20166F73A}" type="presParOf" srcId="{2B49A60F-DFCA-4735-B522-4CE22001F334}" destId="{75CC2A8C-4F9D-4A37-95AA-F54C5E8C0EE1}" srcOrd="1" destOrd="0" presId="urn:microsoft.com/office/officeart/2005/8/layout/orgChart1"/>
    <dgm:cxn modelId="{C1EF9BD2-EB41-48EF-9A5B-0AF80895DB1A}" type="presParOf" srcId="{2B49A60F-DFCA-4735-B522-4CE22001F334}" destId="{7E0159C7-D5E9-4A17-B3DD-73FA1A30F221}" srcOrd="2" destOrd="0" presId="urn:microsoft.com/office/officeart/2005/8/layout/orgChart1"/>
    <dgm:cxn modelId="{07319667-EC93-4AD8-B9DC-A5E781D21E85}" type="presParOf" srcId="{7E0159C7-D5E9-4A17-B3DD-73FA1A30F221}" destId="{AE5D2054-FA45-447D-831C-040662483905}" srcOrd="0" destOrd="0" presId="urn:microsoft.com/office/officeart/2005/8/layout/orgChart1"/>
    <dgm:cxn modelId="{611E277C-D26E-459E-BE58-A9B795FCA797}" type="presParOf" srcId="{7E0159C7-D5E9-4A17-B3DD-73FA1A30F221}" destId="{53688510-FF96-446E-9091-A158D6B80FFE}" srcOrd="1" destOrd="0" presId="urn:microsoft.com/office/officeart/2005/8/layout/orgChart1"/>
    <dgm:cxn modelId="{80AAAC58-48F1-4632-8E5E-D29B862A3FE7}" type="presParOf" srcId="{53688510-FF96-446E-9091-A158D6B80FFE}" destId="{907FE59C-7550-4870-BDCA-594FC11FA722}" srcOrd="0" destOrd="0" presId="urn:microsoft.com/office/officeart/2005/8/layout/orgChart1"/>
    <dgm:cxn modelId="{5CB0C4AB-7AD3-4F40-BE9A-F7D50DC56F40}" type="presParOf" srcId="{907FE59C-7550-4870-BDCA-594FC11FA722}" destId="{4656B65D-27EF-4BD0-A708-8092F0EA9FD7}" srcOrd="0" destOrd="0" presId="urn:microsoft.com/office/officeart/2005/8/layout/orgChart1"/>
    <dgm:cxn modelId="{11BE9C2A-3DD9-41EC-AAF6-F147EC290682}" type="presParOf" srcId="{907FE59C-7550-4870-BDCA-594FC11FA722}" destId="{47F7AB44-366E-4123-BA0C-0D7A67C6E3C9}" srcOrd="1" destOrd="0" presId="urn:microsoft.com/office/officeart/2005/8/layout/orgChart1"/>
    <dgm:cxn modelId="{D5D08A64-F6B0-41BD-B94A-032ECFD6B9A4}" type="presParOf" srcId="{53688510-FF96-446E-9091-A158D6B80FFE}" destId="{1ABEBA2F-5D7E-4320-90DF-8553C8631222}" srcOrd="1" destOrd="0" presId="urn:microsoft.com/office/officeart/2005/8/layout/orgChart1"/>
    <dgm:cxn modelId="{937842BD-4868-43D8-8AC2-5B649C6F110B}" type="presParOf" srcId="{53688510-FF96-446E-9091-A158D6B80FFE}" destId="{AA77AB0D-A3AA-46CA-990D-BEBCD03DABDE}" srcOrd="2" destOrd="0" presId="urn:microsoft.com/office/officeart/2005/8/layout/orgChart1"/>
    <dgm:cxn modelId="{23C1A8A5-319D-43F4-9FF6-221B6536DEB4}" type="presParOf" srcId="{7E0159C7-D5E9-4A17-B3DD-73FA1A30F221}" destId="{C270CBA5-5CAD-4CD4-9212-5D6D018A85F8}" srcOrd="2" destOrd="0" presId="urn:microsoft.com/office/officeart/2005/8/layout/orgChart1"/>
    <dgm:cxn modelId="{BF92C2E3-805B-4368-9413-8AE023397886}" type="presParOf" srcId="{7E0159C7-D5E9-4A17-B3DD-73FA1A30F221}" destId="{02C10BDD-6C27-45CD-8CC6-76CB7A3C8BB6}" srcOrd="3" destOrd="0" presId="urn:microsoft.com/office/officeart/2005/8/layout/orgChart1"/>
    <dgm:cxn modelId="{747A689F-B6A2-4D48-B8B7-43B18C53A2A9}" type="presParOf" srcId="{02C10BDD-6C27-45CD-8CC6-76CB7A3C8BB6}" destId="{1B88069C-8029-4E5A-BF0C-26E6EB6C39D2}" srcOrd="0" destOrd="0" presId="urn:microsoft.com/office/officeart/2005/8/layout/orgChart1"/>
    <dgm:cxn modelId="{A1BC4894-9BBC-411A-B5C1-C0D79B9E2BE3}" type="presParOf" srcId="{1B88069C-8029-4E5A-BF0C-26E6EB6C39D2}" destId="{C1F5A8E8-CBF5-4714-9D24-9D4C860C92DF}" srcOrd="0" destOrd="0" presId="urn:microsoft.com/office/officeart/2005/8/layout/orgChart1"/>
    <dgm:cxn modelId="{F55E7FAE-EA9C-4CE1-92A5-F936271228FA}" type="presParOf" srcId="{1B88069C-8029-4E5A-BF0C-26E6EB6C39D2}" destId="{93A13860-B43E-4FA4-A3DE-A2898EE3CFE8}" srcOrd="1" destOrd="0" presId="urn:microsoft.com/office/officeart/2005/8/layout/orgChart1"/>
    <dgm:cxn modelId="{9BBA1172-C061-4C23-8ABC-75661C75E591}" type="presParOf" srcId="{02C10BDD-6C27-45CD-8CC6-76CB7A3C8BB6}" destId="{7C5E1980-5D75-4A0A-A19C-CFF8C756705E}" srcOrd="1" destOrd="0" presId="urn:microsoft.com/office/officeart/2005/8/layout/orgChart1"/>
    <dgm:cxn modelId="{A8BE7BA1-F769-4248-8C0A-498C25055B8E}" type="presParOf" srcId="{02C10BDD-6C27-45CD-8CC6-76CB7A3C8BB6}" destId="{B2FEEC4F-7EAA-42A7-9796-2C67702EA49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0CBA5-5CAD-4CD4-9212-5D6D018A85F8}">
      <dsp:nvSpPr>
        <dsp:cNvPr id="0" name=""/>
        <dsp:cNvSpPr/>
      </dsp:nvSpPr>
      <dsp:spPr>
        <a:xfrm>
          <a:off x="6185966" y="2821789"/>
          <a:ext cx="184137" cy="806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698"/>
              </a:lnTo>
              <a:lnTo>
                <a:pt x="184137" y="806698"/>
              </a:lnTo>
            </a:path>
          </a:pathLst>
        </a:custGeom>
        <a:noFill/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5D2054-FA45-447D-831C-040662483905}">
      <dsp:nvSpPr>
        <dsp:cNvPr id="0" name=""/>
        <dsp:cNvSpPr/>
      </dsp:nvSpPr>
      <dsp:spPr>
        <a:xfrm>
          <a:off x="6001829" y="2821789"/>
          <a:ext cx="184137" cy="806698"/>
        </a:xfrm>
        <a:custGeom>
          <a:avLst/>
          <a:gdLst/>
          <a:ahLst/>
          <a:cxnLst/>
          <a:rect l="0" t="0" r="0" b="0"/>
          <a:pathLst>
            <a:path>
              <a:moveTo>
                <a:pt x="184137" y="0"/>
              </a:moveTo>
              <a:lnTo>
                <a:pt x="184137" y="806698"/>
              </a:lnTo>
              <a:lnTo>
                <a:pt x="0" y="806698"/>
              </a:lnTo>
            </a:path>
          </a:pathLst>
        </a:custGeom>
        <a:noFill/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4400E7-F14C-4CF0-9186-B6DE646870B6}">
      <dsp:nvSpPr>
        <dsp:cNvPr id="0" name=""/>
        <dsp:cNvSpPr/>
      </dsp:nvSpPr>
      <dsp:spPr>
        <a:xfrm>
          <a:off x="4064000" y="1576668"/>
          <a:ext cx="1245120" cy="806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698"/>
              </a:lnTo>
              <a:lnTo>
                <a:pt x="1245120" y="806698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2D452-0603-4A31-ABAD-3DDE9FBABFD4}">
      <dsp:nvSpPr>
        <dsp:cNvPr id="0" name=""/>
        <dsp:cNvSpPr/>
      </dsp:nvSpPr>
      <dsp:spPr>
        <a:xfrm>
          <a:off x="1942033" y="2821789"/>
          <a:ext cx="184137" cy="806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698"/>
              </a:lnTo>
              <a:lnTo>
                <a:pt x="184137" y="806698"/>
              </a:lnTo>
            </a:path>
          </a:pathLst>
        </a:custGeom>
        <a:noFill/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DB5C0C-6BB4-4F64-841B-3871654E6CA6}">
      <dsp:nvSpPr>
        <dsp:cNvPr id="0" name=""/>
        <dsp:cNvSpPr/>
      </dsp:nvSpPr>
      <dsp:spPr>
        <a:xfrm>
          <a:off x="1757895" y="2821789"/>
          <a:ext cx="184137" cy="806698"/>
        </a:xfrm>
        <a:custGeom>
          <a:avLst/>
          <a:gdLst/>
          <a:ahLst/>
          <a:cxnLst/>
          <a:rect l="0" t="0" r="0" b="0"/>
          <a:pathLst>
            <a:path>
              <a:moveTo>
                <a:pt x="184137" y="0"/>
              </a:moveTo>
              <a:lnTo>
                <a:pt x="184137" y="806698"/>
              </a:lnTo>
              <a:lnTo>
                <a:pt x="0" y="806698"/>
              </a:lnTo>
            </a:path>
          </a:pathLst>
        </a:custGeom>
        <a:noFill/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709BE-3455-4E92-833A-2EA8CF402CF8}">
      <dsp:nvSpPr>
        <dsp:cNvPr id="0" name=""/>
        <dsp:cNvSpPr/>
      </dsp:nvSpPr>
      <dsp:spPr>
        <a:xfrm>
          <a:off x="2818879" y="1576668"/>
          <a:ext cx="1245120" cy="806698"/>
        </a:xfrm>
        <a:custGeom>
          <a:avLst/>
          <a:gdLst/>
          <a:ahLst/>
          <a:cxnLst/>
          <a:rect l="0" t="0" r="0" b="0"/>
          <a:pathLst>
            <a:path>
              <a:moveTo>
                <a:pt x="1245120" y="0"/>
              </a:moveTo>
              <a:lnTo>
                <a:pt x="1245120" y="806698"/>
              </a:lnTo>
              <a:lnTo>
                <a:pt x="0" y="806698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3269B8-C095-464F-BF27-28E7F10BA2EC}">
      <dsp:nvSpPr>
        <dsp:cNvPr id="0" name=""/>
        <dsp:cNvSpPr/>
      </dsp:nvSpPr>
      <dsp:spPr>
        <a:xfrm>
          <a:off x="3187154" y="699822"/>
          <a:ext cx="1753691" cy="876845"/>
        </a:xfrm>
        <a:prstGeom prst="rect">
          <a:avLst/>
        </a:prstGeom>
        <a:gradFill rotWithShape="0">
          <a:gsLst>
            <a:gs pos="0">
              <a:schemeClr val="accent3">
                <a:alpha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Duomen</a:t>
          </a:r>
          <a:r>
            <a:rPr lang="lt-LT" sz="2000" kern="1200"/>
            <a:t>ų </a:t>
          </a:r>
          <a:r>
            <a:rPr lang="lt-LT" sz="2000" kern="1200" err="1"/>
            <a:t>tyryba</a:t>
          </a:r>
          <a:endParaRPr lang="en-US" sz="2000" kern="1200"/>
        </a:p>
      </dsp:txBody>
      <dsp:txXfrm>
        <a:off x="3187154" y="699822"/>
        <a:ext cx="1753691" cy="876845"/>
      </dsp:txXfrm>
    </dsp:sp>
    <dsp:sp modelId="{B2A1D5AD-679E-4703-A9D5-81B8C4562B9D}">
      <dsp:nvSpPr>
        <dsp:cNvPr id="0" name=""/>
        <dsp:cNvSpPr/>
      </dsp:nvSpPr>
      <dsp:spPr>
        <a:xfrm>
          <a:off x="1065187" y="1944943"/>
          <a:ext cx="1753691" cy="876845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2000" kern="1200"/>
            <a:t>Priklausomybių </a:t>
          </a:r>
          <a:r>
            <a:rPr lang="lt-LT" sz="2000" kern="1200" err="1"/>
            <a:t>tyryba</a:t>
          </a:r>
          <a:endParaRPr lang="en-US" sz="2000" kern="1200"/>
        </a:p>
      </dsp:txBody>
      <dsp:txXfrm>
        <a:off x="1065187" y="1944943"/>
        <a:ext cx="1753691" cy="876845"/>
      </dsp:txXfrm>
    </dsp:sp>
    <dsp:sp modelId="{5403D467-9216-4915-A5FF-53CF38D89E2F}">
      <dsp:nvSpPr>
        <dsp:cNvPr id="0" name=""/>
        <dsp:cNvSpPr/>
      </dsp:nvSpPr>
      <dsp:spPr>
        <a:xfrm>
          <a:off x="4204" y="3190064"/>
          <a:ext cx="1753691" cy="876845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2000" kern="1200"/>
            <a:t>Klasterizavimas</a:t>
          </a:r>
          <a:endParaRPr lang="en-US" sz="2000" kern="1200"/>
        </a:p>
      </dsp:txBody>
      <dsp:txXfrm>
        <a:off x="4204" y="3190064"/>
        <a:ext cx="1753691" cy="876845"/>
      </dsp:txXfrm>
    </dsp:sp>
    <dsp:sp modelId="{866D8655-F131-4E9E-8158-E75A6717618D}">
      <dsp:nvSpPr>
        <dsp:cNvPr id="0" name=""/>
        <dsp:cNvSpPr/>
      </dsp:nvSpPr>
      <dsp:spPr>
        <a:xfrm>
          <a:off x="2126170" y="3190064"/>
          <a:ext cx="1753691" cy="876845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2000" kern="1200" dirty="0"/>
            <a:t>Asociacijų taisyklės</a:t>
          </a:r>
          <a:endParaRPr lang="en-US" sz="2000" kern="1200" dirty="0"/>
        </a:p>
      </dsp:txBody>
      <dsp:txXfrm>
        <a:off x="2126170" y="3190064"/>
        <a:ext cx="1753691" cy="876845"/>
      </dsp:txXfrm>
    </dsp:sp>
    <dsp:sp modelId="{1228C525-DB7E-4303-8F25-634098D6A52C}">
      <dsp:nvSpPr>
        <dsp:cNvPr id="0" name=""/>
        <dsp:cNvSpPr/>
      </dsp:nvSpPr>
      <dsp:spPr>
        <a:xfrm>
          <a:off x="5309120" y="1944943"/>
          <a:ext cx="1753691" cy="876845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2000" kern="1200"/>
            <a:t>Prognozavimas</a:t>
          </a:r>
          <a:endParaRPr lang="en-US" sz="2000" kern="1200"/>
        </a:p>
      </dsp:txBody>
      <dsp:txXfrm>
        <a:off x="5309120" y="1944943"/>
        <a:ext cx="1753691" cy="876845"/>
      </dsp:txXfrm>
    </dsp:sp>
    <dsp:sp modelId="{4656B65D-27EF-4BD0-A708-8092F0EA9FD7}">
      <dsp:nvSpPr>
        <dsp:cNvPr id="0" name=""/>
        <dsp:cNvSpPr/>
      </dsp:nvSpPr>
      <dsp:spPr>
        <a:xfrm>
          <a:off x="4248137" y="3190064"/>
          <a:ext cx="1753691" cy="876845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2000" kern="1200"/>
            <a:t>Klasifikavimas</a:t>
          </a:r>
          <a:endParaRPr lang="en-US" sz="2000" kern="1200"/>
        </a:p>
      </dsp:txBody>
      <dsp:txXfrm>
        <a:off x="4248137" y="3190064"/>
        <a:ext cx="1753691" cy="876845"/>
      </dsp:txXfrm>
    </dsp:sp>
    <dsp:sp modelId="{C1F5A8E8-CBF5-4714-9D24-9D4C860C92DF}">
      <dsp:nvSpPr>
        <dsp:cNvPr id="0" name=""/>
        <dsp:cNvSpPr/>
      </dsp:nvSpPr>
      <dsp:spPr>
        <a:xfrm>
          <a:off x="6370104" y="3190064"/>
          <a:ext cx="1753691" cy="876845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2000" kern="1200"/>
            <a:t>Regresija</a:t>
          </a:r>
          <a:endParaRPr lang="en-US" sz="2000" kern="1200"/>
        </a:p>
      </dsp:txBody>
      <dsp:txXfrm>
        <a:off x="6370104" y="3190064"/>
        <a:ext cx="1753691" cy="8768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7C5B7-B086-4EBD-B654-37A2AB64BA55}" type="datetimeFigureOut">
              <a:rPr lang="en-US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78A03-8004-41D9-8E9D-8B196F8AD45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31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8119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6400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5541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 err="1"/>
              <a:t>Scoping</a:t>
            </a:r>
            <a:r>
              <a:rPr lang="lt-LT" dirty="0"/>
              <a:t> duomenų analitikos projekte – tai etapas, kuriame aiškiai apibrėžiama, koks klausimas sprendžiamas, kokie duomenys bus naudojami ir kokios analizės ribos. Jo tikslas – užtikrinti, kad analizė būtų tikslinga, realistiška ir atitiktų pasirinktą metodą, pavyzdžiui, regresiją.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8A03-8004-41D9-8E9D-8B196F8AD4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35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 err="1"/>
              <a:t>Build</a:t>
            </a:r>
            <a:r>
              <a:rPr lang="lt-LT" dirty="0"/>
              <a:t> </a:t>
            </a:r>
            <a:r>
              <a:rPr lang="lt-LT" dirty="0" err="1"/>
              <a:t>model</a:t>
            </a:r>
            <a:r>
              <a:rPr lang="lt-LT" dirty="0"/>
              <a:t> </a:t>
            </a:r>
            <a:r>
              <a:rPr lang="lt-LT" dirty="0" err="1"/>
              <a:t>on</a:t>
            </a:r>
            <a:r>
              <a:rPr lang="lt-LT" dirty="0"/>
              <a:t> </a:t>
            </a:r>
            <a:r>
              <a:rPr lang="lt-LT" dirty="0" err="1"/>
              <a:t>limited</a:t>
            </a:r>
            <a:r>
              <a:rPr lang="lt-LT" dirty="0"/>
              <a:t> </a:t>
            </a:r>
            <a:r>
              <a:rPr lang="lt-LT" dirty="0" err="1"/>
              <a:t>set</a:t>
            </a:r>
            <a:r>
              <a:rPr lang="lt-LT" dirty="0"/>
              <a:t> </a:t>
            </a:r>
            <a:r>
              <a:rPr lang="lt-LT" dirty="0" err="1"/>
              <a:t>of</a:t>
            </a:r>
            <a:r>
              <a:rPr lang="lt-LT" dirty="0"/>
              <a:t> data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EDD-77B8-48D0-A75B-7371E22C28E1}" type="slidenum">
              <a:rPr lang="lt-LT" smtClean="0"/>
              <a:t>12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62444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 err="1"/>
              <a:t>Feature</a:t>
            </a:r>
            <a:r>
              <a:rPr lang="lt-LT" dirty="0"/>
              <a:t> </a:t>
            </a:r>
            <a:r>
              <a:rPr lang="lt-LT" dirty="0" err="1"/>
              <a:t>selection</a:t>
            </a:r>
            <a:r>
              <a:rPr lang="lt-LT" dirty="0"/>
              <a:t> ir </a:t>
            </a:r>
            <a:r>
              <a:rPr lang="lt-LT" dirty="0" err="1"/>
              <a:t>feature</a:t>
            </a:r>
            <a:r>
              <a:rPr lang="lt-LT" dirty="0"/>
              <a:t> </a:t>
            </a:r>
            <a:r>
              <a:rPr lang="lt-LT" dirty="0" err="1"/>
              <a:t>engineering</a:t>
            </a:r>
            <a:r>
              <a:rPr lang="lt-LT" dirty="0"/>
              <a:t> – tai procesai, kurių metu parenkami svarbiausi kintamieji ir sukuriami nauji, prasmingi požymiai, siekiant pagerinti modelio tikslumą, stabilumą ir interpretaciją.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8A03-8004-41D9-8E9D-8B196F8AD4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2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7882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2146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3748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3822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3237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lt-LT" dirty="0"/>
              <a:t>Horizontalioje ašyje yra darbo patirtis metais, vertikalioje – atlyginimas. Raudoni taškai rodo realius darbuotojų duomenis, o juoda linija – regresijos linija, kuri aprašo bendrą tendenciją.</a:t>
            </a:r>
          </a:p>
          <a:p>
            <a:r>
              <a:rPr lang="lt-LT" dirty="0"/>
              <a:t>Kai patirtis lygi nuliui, regresijos linija rodo apie </a:t>
            </a:r>
            <a:r>
              <a:rPr lang="lt-LT" b="1" dirty="0"/>
              <a:t>30 tūkst.</a:t>
            </a:r>
            <a:r>
              <a:rPr lang="lt-LT" dirty="0"/>
              <a:t> – tai </a:t>
            </a:r>
            <a:r>
              <a:rPr lang="lt-LT" b="1" dirty="0"/>
              <a:t>konstanta (b0)</a:t>
            </a:r>
            <a:r>
              <a:rPr lang="lt-LT" dirty="0"/>
              <a:t>, bazinis atlyginimas be patirties. Žalia rodyklė rodo, kad </a:t>
            </a:r>
            <a:r>
              <a:rPr lang="lt-LT" b="1" dirty="0"/>
              <a:t>padidėjus patirčiai vieneriais metais</a:t>
            </a:r>
            <a:r>
              <a:rPr lang="lt-LT" dirty="0"/>
              <a:t>, prognozuojamas atlyginimas </a:t>
            </a:r>
            <a:r>
              <a:rPr lang="lt-LT" b="1" dirty="0"/>
              <a:t>padidėja apie 10 tūkst.</a:t>
            </a:r>
            <a:r>
              <a:rPr lang="lt-LT" dirty="0"/>
              <a:t> – tai </a:t>
            </a:r>
            <a:r>
              <a:rPr lang="lt-LT" b="1" dirty="0"/>
              <a:t>koeficientas (b1)</a:t>
            </a:r>
            <a:r>
              <a:rPr lang="lt-LT" dirty="0"/>
              <a:t>.</a:t>
            </a:r>
          </a:p>
          <a:p>
            <a:r>
              <a:rPr lang="lt-LT" dirty="0"/>
              <a:t>Trumpai: regresijos linija parodo, kiek vidutiniškai keičiasi atlyginimas, kai patirtis padidėja vienu vienetu, o taškų išsibarstymas aplink liniją rodo, kad realūs duomenys ne visada tiksliai sutampa su prognoze.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1303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2033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5636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3431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4833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0293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8576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4466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77871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0334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26328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1755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8538937-E128-CE08-DD44-16250DEE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6F7DE40A-DC33-FE5D-65F6-AF8C7B33F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C1ABD01-4F57-F8F8-1DD4-0C1D3590B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7BA2E0E9-85B1-C122-508C-30C9396A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0D01F107-A02C-6DA0-B372-1849D4FB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153766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7CDB4E9-53C7-77DA-F3BA-20F83DF1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B08CD23-B9F3-5E42-867B-9F78E5379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D4281D6-CDB4-3A29-8BF3-F612C471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4C951F97-3FD5-E897-05B0-B814F63B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B4E2EC1-4D10-F3EB-60F7-A1A50CA6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1588170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641D623-B6BE-5EC0-0BC4-E07BE1BA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B157F0AD-0EB7-978E-04D1-36BE1AA4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91D2C77A-5872-18EF-36E5-D84B1507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76070E69-E611-95C2-45ED-63C817C3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1C3866F6-0FE1-DD24-81B7-6E27C0C7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71644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2B72488-CA52-B174-E1B6-1EEB0C3C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4F109C21-C677-5E2D-9F6F-3871B4F1E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9FF3313C-7F13-A720-20A9-84993C22B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067772B-1870-4092-91CA-48FA1F525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B720C078-6429-7B60-72DE-8E532638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442493EF-8594-845E-68D0-8FA77B6F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295733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FFEBAA5-4EE0-466A-53C3-D73B735C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51D48623-20AA-DDF4-4C8C-95DCCF3EC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95BB5DCF-C000-3658-B4F6-8240107BB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8A05BFC2-26EC-073D-3BEC-3BC57114E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3B43A4FA-4D57-A31B-8628-66ED006E6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145AECE4-983B-F6AE-99F0-B1A0C2CC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06A50DAF-4AD9-A165-4100-45FC07E3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9EA40A66-6CAC-1FA4-3C16-740E3339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255383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6F73A84-EE9A-1A89-1AE1-7AC48A2B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36D25F2D-8487-AB1E-9E9B-5A2A3B32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B776D121-FE99-93D4-F20E-A8040726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198983E1-76A0-CD4F-490E-BDE55C35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6657307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511EC42B-42E2-BBE3-AF5E-B9828A80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8C1BE742-365A-E5CE-0BED-72AC94D6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8D936DBC-C737-2B9B-8657-8E0F37FD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6868035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E199B64-F3D6-2A66-EC28-4A5B6449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9635722F-D5B5-B152-2D2F-3296A1508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07D761F8-37F6-D9B5-0509-990437D3E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736C1442-DDA7-D7BB-CFF6-A2344FE1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6D89B161-C9BC-1517-1152-6EEE4582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46A1FB4D-67B1-93C5-C1AB-8B975D50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7160264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9970786-145B-69C0-5A9D-8BF1F8639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F44190E8-4BBC-8167-365A-79BDE5B12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FD53584E-1751-0A6E-9929-D73ACB8FB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6C32182A-0D8F-F678-5D3F-6F710BDF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F1011E7E-9B5B-4C8A-2C02-A0644E21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4324B460-8510-1CEE-5F21-CB62326A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664652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33328BB-93B1-3654-C55F-8D197161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6D816AD0-DD10-30F3-3713-0E5006850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23A5C3A-828F-CA2F-250A-D0173FC2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9051C657-4C65-B107-554E-BBA457A8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F75575B9-14AC-59F6-D37C-D14E7317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038928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5AA25E62-CB71-DD40-8C9A-330905F52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047C1542-A42B-C83F-D4E3-9EDB0B49B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7A71A4C-3FD3-112C-526F-B810EFC1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ECCB72F-CA06-4063-4F93-F0FC7AA2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15D356D7-0B6A-88F6-AAF7-D8FFB20D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062528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480391" y="1371706"/>
            <a:ext cx="5615609" cy="410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480391" y="460650"/>
            <a:ext cx="5615609" cy="453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6561502" y="1371706"/>
            <a:ext cx="5149485" cy="506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3"/>
          </p:nvPr>
        </p:nvSpPr>
        <p:spPr>
          <a:xfrm>
            <a:off x="481013" y="5916613"/>
            <a:ext cx="5614987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762127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3273287" y="2618264"/>
            <a:ext cx="7050156" cy="2387601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73287" y="5930348"/>
            <a:ext cx="7050155" cy="927653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r>
              <a:t>CLICK TO EDIT MASTER SUBTITLE STYLE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74662" y="2619023"/>
            <a:ext cx="2334168" cy="2387601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r>
              <a:t>Mokytojo
Vardas Pavardė</a:t>
            </a:r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22"/>
          </p:nvPr>
        </p:nvSpPr>
        <p:spPr>
          <a:xfrm>
            <a:off x="10323513" y="458787"/>
            <a:ext cx="1377951" cy="1377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278278232"/>
      </p:ext>
    </p:extLst>
  </p:cSld>
  <p:clrMapOvr>
    <a:masterClrMapping/>
  </p:clrMapOvr>
  <p:transition spd="med"/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Prezentacijos pavadinimas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1" name="CodeAcademy sed ut  um  perspiciatis unde?"/>
          <p:cNvSpPr txBox="1">
            <a:spLocks noGrp="1"/>
          </p:cNvSpPr>
          <p:nvPr>
            <p:ph type="title" hasCustomPrompt="1"/>
          </p:nvPr>
        </p:nvSpPr>
        <p:spPr>
          <a:xfrm>
            <a:off x="480390" y="1371706"/>
            <a:ext cx="5153928" cy="1365251"/>
          </a:xfrm>
          <a:prstGeom prst="rect">
            <a:avLst/>
          </a:prstGeom>
        </p:spPr>
        <p:txBody>
          <a:bodyPr anchor="t"/>
          <a:lstStyle>
            <a:lvl1pPr>
              <a:defRPr sz="3000"/>
            </a:lvl1pPr>
          </a:lstStyle>
          <a:p>
            <a:r>
              <a:t>CodeAcademy sed ut  um  perspiciatis unde?</a:t>
            </a:r>
          </a:p>
        </p:txBody>
      </p:sp>
      <p:sp>
        <p:nvSpPr>
          <p:cNvPr id="82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398588" y="3193409"/>
            <a:ext cx="4235730" cy="90170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t>Sed ut perspiciatis unde omnis iste natus error sit voluptatem accusantium doloremque l sunt explicabo. </a:t>
            </a:r>
          </a:p>
        </p:txBody>
      </p:sp>
      <p:sp>
        <p:nvSpPr>
          <p:cNvPr id="83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1398588" y="4336410"/>
            <a:ext cx="4235730" cy="90170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t>Sed ut perspiciatis unde omnis iste natus error sit voluptatem accusantium doloremque l sunt explicabo. </a:t>
            </a:r>
          </a:p>
        </p:txBody>
      </p:sp>
      <p:sp>
        <p:nvSpPr>
          <p:cNvPr id="84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398588" y="5479410"/>
            <a:ext cx="4235730" cy="90170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t>Sed ut perspiciatis unde omnis iste natus error sit voluptatem accusantium doloremque l sunt explicabo. </a:t>
            </a:r>
          </a:p>
        </p:txBody>
      </p:sp>
      <p:sp>
        <p:nvSpPr>
          <p:cNvPr id="85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7476658" y="3193409"/>
            <a:ext cx="4235731" cy="90170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t>Sed ut perspiciatis unde omnis iste natus error sit voluptatem accusantium doloremque l sunt explicabo. </a:t>
            </a:r>
          </a:p>
        </p:txBody>
      </p:sp>
      <p:sp>
        <p:nvSpPr>
          <p:cNvPr id="86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7476658" y="4336410"/>
            <a:ext cx="4235731" cy="90170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t>Sed ut perspiciatis unde omnis iste natus error sit voluptatem accusantium doloremque l sunt explicabo. </a:t>
            </a:r>
          </a:p>
        </p:txBody>
      </p:sp>
      <p:sp>
        <p:nvSpPr>
          <p:cNvPr id="87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476658" y="5479410"/>
            <a:ext cx="4235731" cy="90170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t>Sed ut perspiciatis unde omnis iste natus error sit voluptatem accusantium doloremque l sunt explicabo. 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99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07E593F2-A3BF-8503-2030-2A4E4DBE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5364149D-321E-11B5-2BAE-77EB0C804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482BBF0C-48B3-739A-81AD-7CA173E21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43860-C5E7-462F-AC4C-7195CD04BAED}" type="datetimeFigureOut">
              <a:rPr lang="lt-LT" smtClean="0"/>
              <a:t>2026-02-18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593116A2-428F-34CD-6527-28585DE1E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3EF0EF33-EF55-BC80-748B-AE871B4E9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5463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2BDC-5084-498D-BB0E-694C51A9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377" y="897619"/>
            <a:ext cx="7050156" cy="2387601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lt-LT" sz="5500" dirty="0"/>
              <a:t>Prognozavimo metodai</a:t>
            </a:r>
            <a:br>
              <a:rPr lang="en-US" sz="5500" dirty="0"/>
            </a:br>
            <a:br>
              <a:rPr lang="en-US" sz="5500" dirty="0"/>
            </a:br>
            <a:r>
              <a:rPr lang="en-US" sz="5500" dirty="0"/>
              <a:t>Python: Regression</a:t>
            </a:r>
            <a:endParaRPr lang="lt-LT" sz="5500" dirty="0"/>
          </a:p>
        </p:txBody>
      </p:sp>
      <p:sp>
        <p:nvSpPr>
          <p:cNvPr id="6" name="Google Shape;102;p1">
            <a:extLst>
              <a:ext uri="{FF2B5EF4-FFF2-40B4-BE49-F238E27FC236}">
                <a16:creationId xmlns:a16="http://schemas.microsoft.com/office/drawing/2014/main" id="{B077506A-6721-4858-9864-AF9A81768959}"/>
              </a:ext>
            </a:extLst>
          </p:cNvPr>
          <p:cNvSpPr txBox="1">
            <a:spLocks/>
          </p:cNvSpPr>
          <p:nvPr/>
        </p:nvSpPr>
        <p:spPr>
          <a:xfrm>
            <a:off x="504322" y="5930349"/>
            <a:ext cx="2358936" cy="92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lt-LT" sz="1600" b="1" dirty="0"/>
              <a:t>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0B682-3A69-7D7F-6C30-04096BD72FF1}"/>
              </a:ext>
            </a:extLst>
          </p:cNvPr>
          <p:cNvSpPr txBox="1"/>
          <p:nvPr/>
        </p:nvSpPr>
        <p:spPr>
          <a:xfrm>
            <a:off x="3048000" y="447497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dirty="0"/>
              <a:t>Žydrūnė Kelpšaitė</a:t>
            </a:r>
          </a:p>
          <a:p>
            <a:r>
              <a:rPr lang="lt-LT" sz="4000" dirty="0"/>
              <a:t>Data </a:t>
            </a:r>
            <a:r>
              <a:rPr lang="lt-LT" sz="4000" dirty="0" err="1"/>
              <a:t>Analyst</a:t>
            </a:r>
            <a:endParaRPr lang="lt-LT" sz="4000" dirty="0"/>
          </a:p>
        </p:txBody>
      </p:sp>
    </p:spTree>
    <p:extLst>
      <p:ext uri="{BB962C8B-B14F-4D97-AF65-F5344CB8AC3E}">
        <p14:creationId xmlns:p14="http://schemas.microsoft.com/office/powerpoint/2010/main" val="4698156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ontent Placeholder 1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 lIns="45719" tIns="45720" rIns="45719" bIns="45720" anchor="t">
            <a:normAutofit/>
          </a:bodyPr>
          <a:lstStyle/>
          <a:p>
            <a:r>
              <a:rPr lang="lt-LT" dirty="0"/>
              <a:t>Prognozavimo metodai</a:t>
            </a:r>
            <a:endParaRPr lang="en-US" dirty="0"/>
          </a:p>
        </p:txBody>
      </p:sp>
      <p:sp>
        <p:nvSpPr>
          <p:cNvPr id="219" name="Title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lt-LT"/>
              <a:t>Šiandien išmoksite</a:t>
            </a:r>
            <a:endParaRPr/>
          </a:p>
        </p:txBody>
      </p:sp>
      <p:sp>
        <p:nvSpPr>
          <p:cNvPr id="220" name="Text Placeholder 3"/>
          <p:cNvSpPr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/>
          <a:p>
            <a:r>
              <a:rPr lang="en-US" dirty="0"/>
              <a:t>Kas </a:t>
            </a:r>
            <a:r>
              <a:rPr lang="en-US" dirty="0" err="1"/>
              <a:t>yra</a:t>
            </a:r>
            <a:r>
              <a:rPr lang="en-US" dirty="0"/>
              <a:t> </a:t>
            </a:r>
            <a:r>
              <a:rPr lang="en-US" dirty="0" err="1"/>
              <a:t>regresij</a:t>
            </a:r>
            <a:r>
              <a:rPr lang="lt-LT" dirty="0"/>
              <a:t>a? K</a:t>
            </a:r>
            <a:r>
              <a:rPr lang="en-US" dirty="0"/>
              <a:t>am </a:t>
            </a:r>
            <a:r>
              <a:rPr lang="lt-LT" dirty="0"/>
              <a:t>ji </a:t>
            </a:r>
            <a:r>
              <a:rPr lang="en-US" dirty="0" err="1"/>
              <a:t>skirta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221" name="Text Placeholder 4"/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/>
          <a:p>
            <a:r>
              <a:rPr lang="lt-LT" dirty="0"/>
              <a:t>Kokie yra duomenų paruošimo žingsniai prieš regresijos analizę? </a:t>
            </a:r>
            <a:endParaRPr lang="en-US" dirty="0"/>
          </a:p>
        </p:txBody>
      </p:sp>
      <p:sp>
        <p:nvSpPr>
          <p:cNvPr id="222" name="Text Placeholder 5"/>
          <p:cNvSpPr>
            <a:spLocks noGrp="1"/>
          </p:cNvSpPr>
          <p:nvPr>
            <p:ph type="body" sz="quarter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lt-LT" dirty="0">
                <a:highlight>
                  <a:srgbClr val="FFFF00"/>
                </a:highlight>
              </a:rPr>
              <a:t>Kaip įvertinti ar regresijos analizės rezultatai yra patikimi?</a:t>
            </a:r>
            <a:endParaRPr dirty="0">
              <a:highlight>
                <a:srgbClr val="FFFF00"/>
              </a:highlight>
            </a:endParaRPr>
          </a:p>
        </p:txBody>
      </p:sp>
      <p:grpSp>
        <p:nvGrpSpPr>
          <p:cNvPr id="228" name="Oval 12"/>
          <p:cNvGrpSpPr/>
          <p:nvPr/>
        </p:nvGrpSpPr>
        <p:grpSpPr>
          <a:xfrm>
            <a:off x="480390" y="3193409"/>
            <a:ext cx="731478" cy="731478"/>
            <a:chOff x="0" y="0"/>
            <a:chExt cx="731476" cy="731476"/>
          </a:xfrm>
        </p:grpSpPr>
        <p:sp>
          <p:nvSpPr>
            <p:cNvPr id="226" name="Circle"/>
            <p:cNvSpPr/>
            <p:nvPr/>
          </p:nvSpPr>
          <p:spPr>
            <a:xfrm>
              <a:off x="0" y="0"/>
              <a:ext cx="731476" cy="731476"/>
            </a:xfrm>
            <a:prstGeom prst="ellipse">
              <a:avLst/>
            </a:prstGeom>
            <a:solidFill>
              <a:srgbClr val="19191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EFFFF"/>
                  </a:solidFill>
                </a:defRPr>
              </a:pPr>
              <a:endParaRPr/>
            </a:p>
          </p:txBody>
        </p:sp>
        <p:sp>
          <p:nvSpPr>
            <p:cNvPr id="227" name="01"/>
            <p:cNvSpPr txBox="1"/>
            <p:nvPr/>
          </p:nvSpPr>
          <p:spPr>
            <a:xfrm>
              <a:off x="152842" y="178122"/>
              <a:ext cx="425792" cy="375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EFFFF"/>
                  </a:solidFill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231" name="Oval 13"/>
          <p:cNvGrpSpPr/>
          <p:nvPr/>
        </p:nvGrpSpPr>
        <p:grpSpPr>
          <a:xfrm>
            <a:off x="480390" y="4403230"/>
            <a:ext cx="731478" cy="731478"/>
            <a:chOff x="0" y="0"/>
            <a:chExt cx="731476" cy="731476"/>
          </a:xfrm>
        </p:grpSpPr>
        <p:sp>
          <p:nvSpPr>
            <p:cNvPr id="229" name="Circle"/>
            <p:cNvSpPr/>
            <p:nvPr/>
          </p:nvSpPr>
          <p:spPr>
            <a:xfrm>
              <a:off x="0" y="0"/>
              <a:ext cx="731476" cy="731476"/>
            </a:xfrm>
            <a:prstGeom prst="ellipse">
              <a:avLst/>
            </a:prstGeom>
            <a:solidFill>
              <a:srgbClr val="19191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EFFFF"/>
                  </a:solidFill>
                </a:defRPr>
              </a:pPr>
              <a:endParaRPr/>
            </a:p>
          </p:txBody>
        </p:sp>
        <p:sp>
          <p:nvSpPr>
            <p:cNvPr id="230" name="02"/>
            <p:cNvSpPr txBox="1"/>
            <p:nvPr/>
          </p:nvSpPr>
          <p:spPr>
            <a:xfrm>
              <a:off x="152842" y="178122"/>
              <a:ext cx="425792" cy="375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EFFFF"/>
                  </a:solidFill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234" name="Oval 14"/>
          <p:cNvGrpSpPr/>
          <p:nvPr/>
        </p:nvGrpSpPr>
        <p:grpSpPr>
          <a:xfrm>
            <a:off x="480390" y="5514578"/>
            <a:ext cx="731478" cy="731478"/>
            <a:chOff x="0" y="0"/>
            <a:chExt cx="731476" cy="731476"/>
          </a:xfrm>
        </p:grpSpPr>
        <p:sp>
          <p:nvSpPr>
            <p:cNvPr id="232" name="Circle"/>
            <p:cNvSpPr/>
            <p:nvPr/>
          </p:nvSpPr>
          <p:spPr>
            <a:xfrm>
              <a:off x="0" y="0"/>
              <a:ext cx="731476" cy="731476"/>
            </a:xfrm>
            <a:prstGeom prst="ellipse">
              <a:avLst/>
            </a:prstGeom>
            <a:solidFill>
              <a:srgbClr val="19191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EFFFF"/>
                  </a:solidFill>
                </a:defRPr>
              </a:pPr>
              <a:endParaRPr/>
            </a:p>
          </p:txBody>
        </p:sp>
        <p:sp>
          <p:nvSpPr>
            <p:cNvPr id="233" name="03"/>
            <p:cNvSpPr txBox="1"/>
            <p:nvPr/>
          </p:nvSpPr>
          <p:spPr>
            <a:xfrm>
              <a:off x="152842" y="178122"/>
              <a:ext cx="425792" cy="375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EFFFF"/>
                  </a:solidFill>
                </a:defRPr>
              </a:lvl1pPr>
            </a:lstStyle>
            <a:p>
              <a: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884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225AD4C-29F6-98E2-31DA-477A2AF5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INTRO TO DATA SCIENCE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AB14CA4-4A2B-514F-1E1A-6E6DCA033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86" y="1572770"/>
            <a:ext cx="8925223" cy="477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7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5DDE-BE17-72C4-ACC0-0A94162F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C1D9300-D0AE-B913-9046-921F9C02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DATA SCIENCE SKILL SET</a:t>
            </a:r>
          </a:p>
        </p:txBody>
      </p:sp>
      <p:pic>
        <p:nvPicPr>
          <p:cNvPr id="5" name="Paveikslėlis 4" descr="Paveikslėlis, kuriame yra tekstas, ekrano kopija, Šriftas, apskritimas&#10;&#10;Dirbtinio intelekto sugeneruotas turinys gali būti neteisingas.">
            <a:extLst>
              <a:ext uri="{FF2B5EF4-FFF2-40B4-BE49-F238E27FC236}">
                <a16:creationId xmlns:a16="http://schemas.microsoft.com/office/drawing/2014/main" id="{61E0C2D6-327A-D01C-93D7-5DB2DF2B6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5" y="1690688"/>
            <a:ext cx="9164647" cy="455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16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71FF542-4DF9-C016-6060-886E809B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8" y="128128"/>
            <a:ext cx="10515600" cy="1325563"/>
          </a:xfrm>
        </p:spPr>
        <p:txBody>
          <a:bodyPr/>
          <a:lstStyle/>
          <a:p>
            <a:r>
              <a:rPr lang="lt-LT" dirty="0"/>
              <a:t>WHAT IS MACHINE LEARNING?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2E06949-ED12-C9A0-5EB3-B02E7202B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72" y="1176693"/>
            <a:ext cx="9239766" cy="517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3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3456049-2DB5-56FD-AB5C-85BE50B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COMMON ALGORITHMS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03E85426-6E41-4D70-6C81-8F03AFAE4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096" y="1679077"/>
            <a:ext cx="6047961" cy="439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 dirty="0"/>
              <a:t>Prognozavimo metodai</a:t>
            </a:r>
            <a:endParaRPr lang="en-US" dirty="0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ea typeface="Verdana"/>
              </a:rPr>
              <a:t>Norint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naudoti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šiuos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algoritmus</a:t>
            </a:r>
            <a:r>
              <a:rPr lang="en-US" sz="1400" dirty="0">
                <a:ea typeface="Verdana"/>
              </a:rPr>
              <a:t>, </a:t>
            </a:r>
            <a:r>
              <a:rPr lang="en-US" sz="1400" dirty="0" err="1">
                <a:ea typeface="Verdana"/>
              </a:rPr>
              <a:t>duomenys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turi</a:t>
            </a:r>
            <a:r>
              <a:rPr lang="en-US" sz="1400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turėti</a:t>
            </a:r>
            <a:r>
              <a:rPr lang="en-US" sz="1400" b="1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nepriklaus</a:t>
            </a:r>
            <a:r>
              <a:rPr lang="lt-LT" sz="1400" b="1" dirty="0">
                <a:ea typeface="Verdana"/>
              </a:rPr>
              <a:t>o</a:t>
            </a:r>
            <a:r>
              <a:rPr lang="en-US" sz="1400" b="1" dirty="0" err="1">
                <a:ea typeface="Verdana"/>
              </a:rPr>
              <a:t>mų</a:t>
            </a:r>
            <a:r>
              <a:rPr lang="en-US" sz="1400" b="1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kintamųjų</a:t>
            </a:r>
            <a:r>
              <a:rPr lang="en-US" sz="1400" b="1" dirty="0">
                <a:highlight>
                  <a:srgbClr val="FFFF00"/>
                </a:highlight>
                <a:ea typeface="Verdana"/>
              </a:rPr>
              <a:t> </a:t>
            </a:r>
            <a:r>
              <a:rPr lang="en-US" sz="1400" dirty="0">
                <a:highlight>
                  <a:srgbClr val="FFFF00"/>
                </a:highlight>
                <a:ea typeface="Verdana"/>
              </a:rPr>
              <a:t>(x) </a:t>
            </a:r>
            <a:r>
              <a:rPr lang="en-US" sz="1400" dirty="0" err="1">
                <a:ea typeface="Verdana"/>
              </a:rPr>
              <a:t>ir</a:t>
            </a:r>
            <a:r>
              <a:rPr lang="en-US" sz="1400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priklausomą</a:t>
            </a:r>
            <a:r>
              <a:rPr lang="en-US" sz="1400" b="1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kintamąjį</a:t>
            </a:r>
            <a:r>
              <a:rPr lang="en-US" sz="1400" b="1" dirty="0">
                <a:ea typeface="Verdana"/>
              </a:rPr>
              <a:t> </a:t>
            </a:r>
            <a:r>
              <a:rPr lang="en-US" sz="1400" dirty="0">
                <a:highlight>
                  <a:srgbClr val="FFFF00"/>
                </a:highlight>
                <a:ea typeface="Verdana"/>
              </a:rPr>
              <a:t>(y).</a:t>
            </a:r>
            <a:endParaRPr lang="en-US" dirty="0">
              <a:highlight>
                <a:srgbClr val="FFFF00"/>
              </a:highlight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ea typeface="Verdana"/>
              </a:rPr>
              <a:t>Tokių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algoritmų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prit</a:t>
            </a:r>
            <a:r>
              <a:rPr lang="lt-LT" sz="1400" dirty="0">
                <a:ea typeface="Verdana"/>
              </a:rPr>
              <a:t>ai</a:t>
            </a:r>
            <a:r>
              <a:rPr lang="en-US" sz="1400" dirty="0" err="1">
                <a:ea typeface="Verdana"/>
              </a:rPr>
              <a:t>kymas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leidžia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nustatyti</a:t>
            </a:r>
            <a:r>
              <a:rPr lang="en-US" sz="1400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priklausomybės</a:t>
            </a:r>
            <a:r>
              <a:rPr lang="en-US" sz="1400" b="1" dirty="0">
                <a:ea typeface="Verdana"/>
              </a:rPr>
              <a:t> / </a:t>
            </a:r>
            <a:r>
              <a:rPr lang="en-US" sz="1400" b="1" dirty="0" err="1">
                <a:ea typeface="Verdana"/>
              </a:rPr>
              <a:t>sąryšio</a:t>
            </a:r>
            <a:r>
              <a:rPr lang="en-US" sz="1400" b="1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funkciją</a:t>
            </a:r>
            <a:r>
              <a:rPr lang="en-US" sz="1400" b="1" dirty="0">
                <a:ea typeface="Verdana"/>
              </a:rPr>
              <a:t> </a:t>
            </a:r>
            <a:r>
              <a:rPr lang="en-US" sz="1400" dirty="0">
                <a:ea typeface="Verdana"/>
              </a:rPr>
              <a:t>tarp X </a:t>
            </a:r>
            <a:r>
              <a:rPr lang="en-US" sz="1400" dirty="0" err="1">
                <a:ea typeface="Verdana"/>
              </a:rPr>
              <a:t>ir</a:t>
            </a:r>
            <a:r>
              <a:rPr lang="en-US" sz="1400" dirty="0">
                <a:ea typeface="Verdana"/>
              </a:rPr>
              <a:t> Y </a:t>
            </a:r>
            <a:r>
              <a:rPr lang="en-US" sz="1400" dirty="0" err="1">
                <a:ea typeface="Verdana"/>
              </a:rPr>
              <a:t>kintamųjų</a:t>
            </a:r>
            <a:r>
              <a:rPr lang="en-US" sz="1400" dirty="0"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ea typeface="Verdana"/>
              </a:rPr>
              <a:t>Turint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kintamųjų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priklausomybės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funkciją</a:t>
            </a:r>
            <a:r>
              <a:rPr lang="en-US" sz="1400" dirty="0">
                <a:ea typeface="Verdana"/>
              </a:rPr>
              <a:t>, </a:t>
            </a:r>
            <a:r>
              <a:rPr lang="en-US" sz="1400" dirty="0" err="1">
                <a:ea typeface="Verdana"/>
              </a:rPr>
              <a:t>tikslas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yra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algoritmui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pateikti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naujus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duomenis</a:t>
            </a:r>
            <a:r>
              <a:rPr lang="en-US" sz="1400" dirty="0">
                <a:ea typeface="Verdana"/>
              </a:rPr>
              <a:t>, </a:t>
            </a:r>
            <a:r>
              <a:rPr lang="en-US" sz="1400" dirty="0" err="1">
                <a:ea typeface="Verdana"/>
              </a:rPr>
              <a:t>su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kuriais</a:t>
            </a:r>
            <a:r>
              <a:rPr lang="en-US" sz="1400" dirty="0">
                <a:ea typeface="Verdana"/>
              </a:rPr>
              <a:t> </a:t>
            </a:r>
            <a:r>
              <a:rPr lang="en-US" sz="1400" dirty="0" err="1">
                <a:ea typeface="Verdana"/>
              </a:rPr>
              <a:t>jis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nebuvo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apmokytas</a:t>
            </a:r>
            <a:r>
              <a:rPr lang="en-US" sz="1400" dirty="0">
                <a:ea typeface="Verdana"/>
              </a:rPr>
              <a:t>, </a:t>
            </a:r>
            <a:r>
              <a:rPr lang="en-US" sz="1400" dirty="0" err="1">
                <a:ea typeface="Verdana"/>
              </a:rPr>
              <a:t>norint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gauti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prognozuojamas</a:t>
            </a:r>
            <a:r>
              <a:rPr lang="en-US" sz="1400" dirty="0">
                <a:highlight>
                  <a:srgbClr val="FFFF00"/>
                </a:highlight>
                <a:ea typeface="Verdana"/>
              </a:rPr>
              <a:t> Y </a:t>
            </a:r>
            <a:r>
              <a:rPr lang="en-US" sz="1400" dirty="0" err="1">
                <a:ea typeface="Verdana"/>
              </a:rPr>
              <a:t>reikšmes</a:t>
            </a:r>
            <a:r>
              <a:rPr lang="en-US" sz="1400" dirty="0">
                <a:ea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60938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err="1">
                <a:solidFill>
                  <a:schemeClr val="tx1"/>
                </a:solidFill>
              </a:rPr>
              <a:t>Duomenų</a:t>
            </a:r>
            <a:r>
              <a:rPr lang="en-US" sz="3200">
                <a:solidFill>
                  <a:schemeClr val="tx1"/>
                </a:solidFill>
              </a:rPr>
              <a:t> </a:t>
            </a:r>
            <a:r>
              <a:rPr lang="en-US" sz="3200" err="1">
                <a:solidFill>
                  <a:schemeClr val="tx1"/>
                </a:solidFill>
              </a:rPr>
              <a:t>tyrybos</a:t>
            </a:r>
            <a:r>
              <a:rPr lang="en-US" sz="3200">
                <a:solidFill>
                  <a:schemeClr val="tx1"/>
                </a:solidFill>
              </a:rPr>
              <a:t> </a:t>
            </a:r>
            <a:r>
              <a:rPr lang="en-US" sz="3200" err="1">
                <a:solidFill>
                  <a:schemeClr val="tx1"/>
                </a:solidFill>
              </a:rPr>
              <a:t>metodai</a:t>
            </a:r>
            <a:endParaRPr lang="en-US" err="1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graphicFrame>
        <p:nvGraphicFramePr>
          <p:cNvPr id="770" name="Diagrama 3">
            <a:extLst>
              <a:ext uri="{FF2B5EF4-FFF2-40B4-BE49-F238E27FC236}">
                <a16:creationId xmlns:a16="http://schemas.microsoft.com/office/drawing/2014/main" id="{17201747-93D1-4863-B66A-58FA9C536340}"/>
              </a:ext>
            </a:extLst>
          </p:cNvPr>
          <p:cNvGraphicFramePr/>
          <p:nvPr/>
        </p:nvGraphicFramePr>
        <p:xfrm>
          <a:off x="2032000" y="1860645"/>
          <a:ext cx="8128000" cy="4766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BE83D1-3350-417B-85F6-A6C29A401C1C}"/>
              </a:ext>
            </a:extLst>
          </p:cNvPr>
          <p:cNvSpPr/>
          <p:nvPr/>
        </p:nvSpPr>
        <p:spPr>
          <a:xfrm>
            <a:off x="6096000" y="3581400"/>
            <a:ext cx="4381500" cy="268605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763841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2400" b="1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2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–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siekiama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prognozuoti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realią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vertę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pvz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.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atlyginimą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svorį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t. t.),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kintamasis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diskretusis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arba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tolydusis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.</a:t>
            </a:r>
            <a:endParaRPr lang="en-US" sz="2400" b="1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2400" b="1" dirty="0" err="1">
                <a:solidFill>
                  <a:schemeClr val="tx1"/>
                </a:solidFill>
                <a:ea typeface="Verdana"/>
              </a:rPr>
              <a:t>Klasifikavimas</a:t>
            </a:r>
            <a:r>
              <a:rPr lang="en-US" sz="2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–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siekiama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prognozuoti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kategorinį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kintamąjį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pvz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.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asmuo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serga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ne,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kurios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kategorijos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produktus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klientas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pirks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2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2400" dirty="0">
                <a:solidFill>
                  <a:schemeClr val="tx1"/>
                </a:solidFill>
                <a:ea typeface="Verdana"/>
              </a:rPr>
              <a:t> t. t.).</a:t>
            </a:r>
          </a:p>
        </p:txBody>
      </p:sp>
    </p:spTree>
    <p:extLst>
      <p:ext uri="{BB962C8B-B14F-4D97-AF65-F5344CB8AC3E}">
        <p14:creationId xmlns:p14="http://schemas.microsoft.com/office/powerpoint/2010/main" val="54099481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ADC5FEC-5860-4742-851E-328F2347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DATA SCIENCE WORKFLOW</a:t>
            </a:r>
          </a:p>
        </p:txBody>
      </p:sp>
      <p:pic>
        <p:nvPicPr>
          <p:cNvPr id="4" name="Paveikslėlis 3" descr="Paveikslėlis, kuriame yra tekstas, ekrano kopija, Šriftas, Grafika&#10;&#10;Dirbtinio intelekto sugeneruotas turinys gali būti neteisingas.">
            <a:extLst>
              <a:ext uri="{FF2B5EF4-FFF2-40B4-BE49-F238E27FC236}">
                <a16:creationId xmlns:a16="http://schemas.microsoft.com/office/drawing/2014/main" id="{E445459C-4ECE-2DEF-BC3B-C060A7FAD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27" y="1515949"/>
            <a:ext cx="10754545" cy="52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5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4ADF32F-C359-A19A-4CD0-A1592706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SCOPING A PROJECT</a:t>
            </a:r>
            <a:endParaRPr lang="lt-LT" dirty="0"/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1EA4477F-8180-4009-5F6F-39F456F99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8565"/>
            <a:ext cx="9519045" cy="497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31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4C5A1E1-684A-B2A4-81BB-95615CE2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STEP 2: GATHERING DATA</a:t>
            </a:r>
          </a:p>
        </p:txBody>
      </p:sp>
      <p:pic>
        <p:nvPicPr>
          <p:cNvPr id="4" name="Paveikslėlis 3" descr="Paveikslėlis, kuriame yra tekstas, ekrano kopija, Šriftas, laikrodis&#10;&#10;Dirbtinio intelekto sugeneruotas turinys gali būti neteisingas.">
            <a:extLst>
              <a:ext uri="{FF2B5EF4-FFF2-40B4-BE49-F238E27FC236}">
                <a16:creationId xmlns:a16="http://schemas.microsoft.com/office/drawing/2014/main" id="{1F7D6CCE-C5B0-2440-CC62-457151F51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29" y="1508332"/>
            <a:ext cx="9095515" cy="509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0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DCB3621-063E-6960-2CBB-D80DE97D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STEP 3: CLEANING DATA</a:t>
            </a:r>
          </a:p>
        </p:txBody>
      </p:sp>
      <p:pic>
        <p:nvPicPr>
          <p:cNvPr id="4" name="Paveikslėlis 3" descr="Paveikslėlis, kuriame yra tekstas, ekrano kopija, Šriftas, logotipas&#10;&#10;Dirbtinio intelekto sugeneruotas turinys gali būti neteisingas.">
            <a:extLst>
              <a:ext uri="{FF2B5EF4-FFF2-40B4-BE49-F238E27FC236}">
                <a16:creationId xmlns:a16="http://schemas.microsoft.com/office/drawing/2014/main" id="{0A9E9DC1-5F67-960F-E7BE-B6A9136B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6" y="1392010"/>
            <a:ext cx="9207859" cy="546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27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FE232A5-50DB-5796-33B0-26B5911A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STEP 4: EXPLORING DATA</a:t>
            </a:r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0C079C35-892D-F401-622A-A349D39A6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3" y="1532144"/>
            <a:ext cx="9661461" cy="525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20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91B008-2ACF-48E7-9052-4D02654B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STEP 5: MODELING DATA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D795C37A-6CBA-CE41-C94E-495BFF3AA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645" y="1530941"/>
            <a:ext cx="8993959" cy="496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19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A2A3ED2-C9F4-28DF-489E-23CA643A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STEP 6: SHARING INSIGHTS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DFEDBEA5-9A1B-9A7C-E4AD-2D298D1F1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3" y="1475926"/>
            <a:ext cx="9055706" cy="512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61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6E698BB-25D7-B627-AB2A-2BEE3173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MODELING</a:t>
            </a:r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0A1EFEA4-CFB3-87F4-D845-136AFB0C2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1" y="1545824"/>
            <a:ext cx="10300119" cy="50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70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695325" y="2776538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lt-LT" sz="6000">
                <a:solidFill>
                  <a:srgbClr val="7400FF"/>
                </a:solidFill>
              </a:rPr>
              <a:t>Regresija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4464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 dirty="0">
                <a:highlight>
                  <a:srgbClr val="FFFF00"/>
                </a:highlight>
              </a:rPr>
              <a:t>Tiesinė regresija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800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skirta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rasti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tiesinę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priklausomybę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tarp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priklausomo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kintamojo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800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gali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būti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paprastoji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sudėtinė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: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800" b="1" dirty="0" err="1">
                <a:solidFill>
                  <a:schemeClr val="tx1"/>
                </a:solidFill>
                <a:ea typeface="Verdana"/>
              </a:rPr>
              <a:t>Paprastoji</a:t>
            </a:r>
            <a:r>
              <a:rPr lang="en-US" sz="18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8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tiria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dviejų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ryšį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nepriklausomo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priklausomo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kintamojo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);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800" b="1" dirty="0" err="1">
                <a:solidFill>
                  <a:schemeClr val="tx1"/>
                </a:solidFill>
                <a:ea typeface="Verdana"/>
              </a:rPr>
              <a:t>Sudėtinė</a:t>
            </a:r>
            <a:r>
              <a:rPr lang="en-US" sz="18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8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tiria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daugiau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nei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vieno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nepriklausomo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kintamojo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ryšį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su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priklausomu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kintamuoju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800" dirty="0" err="1">
                <a:solidFill>
                  <a:schemeClr val="tx1"/>
                </a:solidFill>
                <a:ea typeface="Verdana"/>
              </a:rPr>
              <a:t>Regresijos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tikslas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rasti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statistinį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ryšį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 tarp </a:t>
            </a:r>
            <a:r>
              <a:rPr lang="en-US" sz="18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800" dirty="0">
                <a:solidFill>
                  <a:schemeClr val="tx1"/>
                </a:solidFill>
                <a:ea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016081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87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Pavyzdžiai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 dirty="0"/>
              <a:t>Prognozavimo metodai</a:t>
            </a:r>
            <a:endParaRPr lang="en-US" dirty="0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Kaip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išlaidos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pajamų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?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Kaip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nusikaltimų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skaičius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rajono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gyventojų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skaičiaus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?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Kaip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parduodamų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ledų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kiekis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oro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temperatūros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?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gimstamumas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šeimos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pajamų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662450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 dirty="0"/>
              <a:t>Regresijos lygtis</a:t>
            </a:r>
            <a:endParaRPr lang="en-US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Verdana"/>
              </a:rPr>
              <a:t>𝒚 =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𝟎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𝒙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…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𝒙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𝜺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y 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b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0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konstanta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b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.. , b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n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.. ,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x</a:t>
            </a:r>
            <a:r>
              <a:rPr lang="en-US" sz="1400" baseline="-25000" dirty="0" err="1">
                <a:solidFill>
                  <a:schemeClr val="tx1"/>
                </a:solidFill>
                <a:ea typeface="Verdana"/>
              </a:rPr>
              <a:t>n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kintamieji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𝜀 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liekamoji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paklaida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t. y.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viskas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ko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gali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priklausyti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</a:pPr>
            <a:endParaRPr lang="en-US" sz="1400" dirty="0">
              <a:solidFill>
                <a:schemeClr val="tx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0088025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lygtis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Verdana"/>
              </a:rPr>
              <a:t>𝒚 =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𝟎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𝒙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…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𝒙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𝒏</a:t>
            </a:r>
            <a:endParaRPr lang="en-US" sz="20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Įverčiai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0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…  ,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𝑛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gaunami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panaudojus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imties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duomenis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Jei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&gt; 0, tai x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y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Jei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&lt; 0, tai x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y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mažėja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CE19A-39FB-31F0-0AB9-770DB8BCC2BD}"/>
              </a:ext>
            </a:extLst>
          </p:cNvPr>
          <p:cNvSpPr txBox="1"/>
          <p:nvPr/>
        </p:nvSpPr>
        <p:spPr>
          <a:xfrm>
            <a:off x="3288195" y="51440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Trumpai: </a:t>
            </a:r>
            <a:r>
              <a:rPr lang="lt-LT" b="1" dirty="0"/>
              <a:t>ženklas parodo kryptį, o dydis – įtakos stiprumą</a:t>
            </a:r>
            <a:r>
              <a:rPr lang="lt-L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46488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 dirty="0"/>
              <a:t>Regresijos lygtis</a:t>
            </a:r>
            <a:endParaRPr lang="en-US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spcBef>
                <a:spcPts val="819"/>
              </a:spcBef>
            </a:pPr>
            <a:r>
              <a:rPr lang="en-US" sz="2000" dirty="0">
                <a:solidFill>
                  <a:schemeClr val="tx1"/>
                </a:solidFill>
                <a:ea typeface="Verdana"/>
              </a:rPr>
              <a:t>𝒂𝒕𝒍𝒚𝒈𝒊𝒏𝒊𝒎𝒂𝒔 =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𝟎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∙ 𝒑𝒂𝒕𝒊𝒓𝒕𝒊𝒔</a:t>
            </a:r>
          </a:p>
          <a:p>
            <a:endParaRPr lang="en-US" sz="20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0 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nurodo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koks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atlyginimas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kai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darbuotojas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neturi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patirties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patirtis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= 0).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regresijos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tiesės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nuolygis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angl.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slope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parodo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kiek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pasikeis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Y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vienetu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padidinus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X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fiksavus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visų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kitų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regresorių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76E65BF0-C2F6-4621-9DB2-A18C7692C32B}"/>
              </a:ext>
            </a:extLst>
          </p:cNvPr>
          <p:cNvSpPr/>
          <p:nvPr/>
        </p:nvSpPr>
        <p:spPr>
          <a:xfrm>
            <a:off x="6963509" y="2021800"/>
            <a:ext cx="4856810" cy="2546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41529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 dirty="0"/>
              <a:t>Regresija – konstanta ir koeficientai</a:t>
            </a:r>
            <a:endParaRPr lang="en-US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273923" y="1904959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spcBef>
                <a:spcPts val="819"/>
              </a:spcBef>
            </a:pPr>
            <a:r>
              <a:rPr lang="en-US" sz="2000" dirty="0">
                <a:solidFill>
                  <a:schemeClr val="tx1"/>
                </a:solidFill>
                <a:ea typeface="Verdana"/>
              </a:rPr>
              <a:t>𝒂𝒕𝒍𝒚𝒈𝒊𝒏𝒊𝒎𝒂𝒔 =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𝟎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∙ 𝒑𝒂𝒕𝒊𝒓𝒕𝒊𝒔</a:t>
            </a:r>
          </a:p>
          <a:p>
            <a:endParaRPr lang="en-US" sz="20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Jei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&gt; 0, tai tarp x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teigiama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t. y.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x,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Jei 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&lt; 0, tai tarp x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neigiama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t. y.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x,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mažėja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solidFill>
                <a:srgbClr val="24516C"/>
              </a:solidFill>
              <a:latin typeface="Verdana"/>
              <a:ea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A6F2A-C0C2-BA7D-7B66-9FAEECDFDAC7}"/>
              </a:ext>
            </a:extLst>
          </p:cNvPr>
          <p:cNvSpPr txBox="1"/>
          <p:nvPr/>
        </p:nvSpPr>
        <p:spPr>
          <a:xfrm>
            <a:off x="6096000" y="385288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b0 parodo </a:t>
            </a:r>
            <a:r>
              <a:rPr lang="lt-LT" b="1" dirty="0"/>
              <a:t>pradinį atlyginimo lygį</a:t>
            </a:r>
            <a:r>
              <a:rPr lang="lt-LT" dirty="0"/>
              <a:t>, kai patirties nėra.</a:t>
            </a:r>
            <a:br>
              <a:rPr lang="lt-LT" dirty="0"/>
            </a:br>
            <a:r>
              <a:rPr lang="lt-LT" dirty="0"/>
              <a:t>b1 parodo, </a:t>
            </a:r>
            <a:r>
              <a:rPr lang="lt-LT" b="1" dirty="0"/>
              <a:t>kiek vidutiniškai pasikeičia atlyginimas</a:t>
            </a:r>
            <a:r>
              <a:rPr lang="lt-LT" dirty="0"/>
              <a:t>, kai patirtis padidėja vieneriais metais.</a:t>
            </a:r>
          </a:p>
          <a:p>
            <a:pPr>
              <a:buNone/>
            </a:pPr>
            <a:r>
              <a:rPr lang="lt-LT" dirty="0"/>
              <a:t>Jei b1 &gt; 0, atlyginimas didėja kartu su patirtimi – ryšys yra teigiamas.</a:t>
            </a:r>
            <a:br>
              <a:rPr lang="lt-LT" dirty="0"/>
            </a:br>
            <a:r>
              <a:rPr lang="lt-LT" dirty="0"/>
              <a:t>Jei b1 &lt; 0, didėjant patirčiai atlyginimas mažėja – ryšys yra neigiamas.</a:t>
            </a:r>
          </a:p>
          <a:p>
            <a:pPr>
              <a:buNone/>
            </a:pPr>
            <a:r>
              <a:rPr lang="lt-LT" dirty="0"/>
              <a:t>Trumpai: </a:t>
            </a:r>
            <a:r>
              <a:rPr lang="lt-LT" b="1" dirty="0"/>
              <a:t>b1 nusako ryšio kryptį ir stiprumą tarp patirties ir atlyginimo</a:t>
            </a:r>
            <a:r>
              <a:rPr lang="lt-L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231490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EA8A3-808A-87DE-FD8B-AB6B03C15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8647060-45D7-2471-824B-60F3835E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EB7BF-1100-6D45-A58B-AA61DDE2B97C}"/>
              </a:ext>
            </a:extLst>
          </p:cNvPr>
          <p:cNvSpPr txBox="1"/>
          <p:nvPr/>
        </p:nvSpPr>
        <p:spPr>
          <a:xfrm>
            <a:off x="838200" y="1328423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</a:t>
            </a:r>
            <a:r>
              <a:rPr lang="en-US" dirty="0">
                <a:highlight>
                  <a:srgbClr val="FFFF00"/>
                </a:highlight>
              </a:rPr>
              <a:t>numeric variable (</a:t>
            </a:r>
            <a:r>
              <a:rPr lang="en-US" i="1" dirty="0">
                <a:highlight>
                  <a:srgbClr val="FFFF00"/>
                </a:highlight>
              </a:rPr>
              <a:t>target</a:t>
            </a:r>
            <a:r>
              <a:rPr lang="en-US" dirty="0">
                <a:highlight>
                  <a:srgbClr val="FFFF00"/>
                </a:highlight>
              </a:rPr>
              <a:t>) </a:t>
            </a:r>
            <a:r>
              <a:rPr lang="en-US" dirty="0"/>
              <a:t>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8" name="Paveikslėlis 7" descr="Paveikslėlis, kuriame yra tekstas, ekrano kopija, Šriftas, algebra&#10;&#10;Dirbtinio intelekto sugeneruotas turinys gali būti neteisingas.">
            <a:extLst>
              <a:ext uri="{FF2B5EF4-FFF2-40B4-BE49-F238E27FC236}">
                <a16:creationId xmlns:a16="http://schemas.microsoft.com/office/drawing/2014/main" id="{A3CB2D45-BD8D-0565-A10C-26DC04D3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72" y="2053131"/>
            <a:ext cx="11374437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59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044A15D-24A5-74E1-82A9-033D051A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B3A0E-3263-2448-D165-43479FD47DD6}"/>
              </a:ext>
            </a:extLst>
          </p:cNvPr>
          <p:cNvSpPr txBox="1"/>
          <p:nvPr/>
        </p:nvSpPr>
        <p:spPr>
          <a:xfrm>
            <a:off x="1042219" y="2026745"/>
            <a:ext cx="9114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</a:t>
            </a:r>
            <a:r>
              <a:rPr lang="lt-LT" dirty="0"/>
              <a:t>---</a:t>
            </a:r>
            <a:r>
              <a:rPr lang="lt-LT" dirty="0">
                <a:sym typeface="Wingdings" panose="05000000000000000000" pitchFamily="2" charset="2"/>
              </a:rPr>
              <a:t> </a:t>
            </a:r>
            <a:r>
              <a:rPr lang="en-US" dirty="0"/>
              <a:t>Predicting the price of diamonds based on diamond characteristics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F2478EE-DE74-ED0C-5F2B-B68546DD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47" y="2642395"/>
            <a:ext cx="10317015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65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3366-60C3-5C77-B630-9829E74E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DA5077-B3C2-FB46-0EE3-8F355815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787C1-2144-ED91-55ED-EB77E38CBBDC}"/>
              </a:ext>
            </a:extLst>
          </p:cNvPr>
          <p:cNvSpPr txBox="1"/>
          <p:nvPr/>
        </p:nvSpPr>
        <p:spPr>
          <a:xfrm>
            <a:off x="1042219" y="2026745"/>
            <a:ext cx="9114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</a:t>
            </a:r>
            <a:r>
              <a:rPr lang="lt-LT" dirty="0"/>
              <a:t>---</a:t>
            </a:r>
            <a:r>
              <a:rPr lang="lt-LT" dirty="0">
                <a:sym typeface="Wingdings" panose="05000000000000000000" pitchFamily="2" charset="2"/>
              </a:rPr>
              <a:t> </a:t>
            </a:r>
            <a:r>
              <a:rPr lang="en-US" dirty="0"/>
              <a:t>Predicting the price of diamonds based on diamond characteristics</a:t>
            </a:r>
            <a:endParaRPr lang="lt-LT" dirty="0"/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2B025E2D-A4C8-AFBE-48AF-4CE275A7D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7" y="2587080"/>
            <a:ext cx="11717385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73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Tiesinė regresija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Nustatant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𝑏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modelis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parenka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jas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taip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kad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modelio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paklaidos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būtų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kuo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mažesnės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vertinant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pagal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paklaidų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kvadratą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paklaidoms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skaičiuoti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naudojama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formulė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lang="en-US" sz="1400" dirty="0">
              <a:ea typeface="Verdana"/>
            </a:endParaRPr>
          </a:p>
          <a:p>
            <a:pPr marL="1828800" lvl="4" indent="0">
              <a:lnSpc>
                <a:spcPct val="150000"/>
              </a:lnSpc>
              <a:spcBef>
                <a:spcPts val="0"/>
              </a:spcBef>
            </a:pPr>
            <a:r>
              <a:rPr lang="lt-LT" sz="1400" dirty="0">
                <a:solidFill>
                  <a:schemeClr val="tx1"/>
                </a:solidFill>
                <a:latin typeface="Verdana"/>
                <a:ea typeface="Verdana"/>
              </a:rPr>
              <a:t>Tikslas – minimizuoti S</a:t>
            </a:r>
            <a:endParaRPr lang="en-US" sz="1400" dirty="0">
              <a:solidFill>
                <a:schemeClr val="tx1"/>
              </a:solidFill>
              <a:latin typeface="Verdana"/>
              <a:ea typeface="Verdana"/>
            </a:endParaRP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216B8933-F143-4EEE-BFB4-636CC491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00" y="3528832"/>
            <a:ext cx="2162175" cy="495300"/>
          </a:xfrm>
          <a:prstGeom prst="rect">
            <a:avLst/>
          </a:prstGeom>
        </p:spPr>
      </p:pic>
      <p:pic>
        <p:nvPicPr>
          <p:cNvPr id="6" name="Picture 5" descr="A picture containing text, watch&#10;&#10;Description automatically generated">
            <a:extLst>
              <a:ext uri="{FF2B5EF4-FFF2-40B4-BE49-F238E27FC236}">
                <a16:creationId xmlns:a16="http://schemas.microsoft.com/office/drawing/2014/main" id="{25AD497C-84A4-460B-9A12-2BDF95D1B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00" y="4207236"/>
            <a:ext cx="13620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6338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991E4C-5A0E-4CE7-89EA-97FA7A802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73" y="1295536"/>
            <a:ext cx="5511496" cy="5414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11BCA8-8161-6E38-320F-A5B2C5CA2589}"/>
              </a:ext>
            </a:extLst>
          </p:cNvPr>
          <p:cNvSpPr txBox="1"/>
          <p:nvPr/>
        </p:nvSpPr>
        <p:spPr>
          <a:xfrm>
            <a:off x="5909187" y="154886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Raudoni taškai – </a:t>
            </a:r>
            <a:r>
              <a:rPr lang="lt-LT" b="1" dirty="0"/>
              <a:t>tikrosios duomenų reikšmės</a:t>
            </a:r>
            <a:r>
              <a:rPr lang="lt-LT" dirty="0"/>
              <a:t>.</a:t>
            </a:r>
            <a:br>
              <a:rPr lang="lt-LT" dirty="0"/>
            </a:br>
            <a:r>
              <a:rPr lang="lt-LT" dirty="0"/>
              <a:t>Mėlyna linija – </a:t>
            </a:r>
            <a:r>
              <a:rPr lang="lt-LT" b="1" dirty="0"/>
              <a:t>regresijos modelio prognozė</a:t>
            </a:r>
            <a:r>
              <a:rPr lang="lt-LT" dirty="0"/>
              <a:t> (</a:t>
            </a:r>
            <a:r>
              <a:rPr lang="lt-LT" dirty="0" err="1"/>
              <a:t>curve</a:t>
            </a:r>
            <a:r>
              <a:rPr lang="lt-LT" dirty="0"/>
              <a:t> </a:t>
            </a:r>
            <a:r>
              <a:rPr lang="lt-LT" dirty="0" err="1"/>
              <a:t>fit</a:t>
            </a:r>
            <a:r>
              <a:rPr lang="lt-LT" dirty="0"/>
              <a:t>).</a:t>
            </a:r>
            <a:br>
              <a:rPr lang="lt-LT" dirty="0"/>
            </a:br>
            <a:r>
              <a:rPr lang="lt-LT" dirty="0"/>
              <a:t>Žalios vertikalios atkarpos – </a:t>
            </a:r>
            <a:r>
              <a:rPr lang="lt-LT" b="1" dirty="0"/>
              <a:t>likučiai – </a:t>
            </a:r>
            <a:r>
              <a:rPr lang="lt-LT" b="1" dirty="0" err="1">
                <a:solidFill>
                  <a:srgbClr val="FF0000"/>
                </a:solidFill>
              </a:rPr>
              <a:t>residuals</a:t>
            </a:r>
            <a:r>
              <a:rPr lang="lt-LT" b="1" dirty="0"/>
              <a:t>.</a:t>
            </a:r>
            <a:endParaRPr lang="lt-LT" dirty="0"/>
          </a:p>
          <a:p>
            <a:pPr>
              <a:buNone/>
            </a:pPr>
            <a:r>
              <a:rPr lang="lt-LT" dirty="0"/>
              <a:t>Kiekviena žalia linija rodo </a:t>
            </a:r>
            <a:r>
              <a:rPr lang="lt-LT" b="1" dirty="0"/>
              <a:t>skirtumą tarp realios y reikšmės ir modelio prognozuotos y reikšmės tame pačiame x</a:t>
            </a:r>
            <a:r>
              <a:rPr lang="lt-LT" dirty="0"/>
              <a:t>.</a:t>
            </a:r>
            <a:br>
              <a:rPr lang="lt-LT" dirty="0"/>
            </a:br>
            <a:r>
              <a:rPr lang="lt-LT" dirty="0"/>
              <a:t>Jei taškas yra virš linijos – likutis teigiamas.</a:t>
            </a:r>
            <a:br>
              <a:rPr lang="lt-LT" dirty="0"/>
            </a:br>
            <a:r>
              <a:rPr lang="lt-LT" dirty="0"/>
              <a:t>Jei taškas yra žemiau linijos – likutis neigiamas.</a:t>
            </a:r>
          </a:p>
          <a:p>
            <a:pPr>
              <a:buNone/>
            </a:pPr>
            <a:r>
              <a:rPr lang="lt-LT" dirty="0"/>
              <a:t>Trumpai: </a:t>
            </a:r>
            <a:r>
              <a:rPr lang="lt-LT" b="1" dirty="0"/>
              <a:t>likučiai parodo, kiek ir kur modelis klysta</a:t>
            </a:r>
            <a:r>
              <a:rPr lang="lt-LT" dirty="0"/>
              <a:t>, o visa mėlyna linija – bendrą prognozavimo tendenciją.</a:t>
            </a:r>
          </a:p>
        </p:txBody>
      </p:sp>
    </p:spTree>
    <p:extLst>
      <p:ext uri="{BB962C8B-B14F-4D97-AF65-F5344CB8AC3E}">
        <p14:creationId xmlns:p14="http://schemas.microsoft.com/office/powerpoint/2010/main" val="266383730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Reikalavimai duomenims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Visi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duomenys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skaitiniai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nominaliųjų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koduojamos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skaičiais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Liekamosios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paklaidos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normaliai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pasiskirsčiusios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kintamieji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neturi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būti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stipriai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tačiau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turi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nepriklausomais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kintamaisiais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Duomenyse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neturi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būti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išskirčių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063884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r>
              <a:rPr lang="lt-LT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lt-LT" sz="1400" dirty="0">
                <a:solidFill>
                  <a:srgbClr val="FF0000"/>
                </a:solidFill>
                <a:ea typeface="Verdana"/>
              </a:rPr>
              <a:t>R2 </a:t>
            </a:r>
            <a:endParaRPr lang="en-US" sz="1400" dirty="0">
              <a:solidFill>
                <a:srgbClr val="FF0000"/>
              </a:solidFill>
              <a:ea typeface="Verdan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Koreguotas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deteminacijos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lt-LT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lt-LT" sz="1400" dirty="0">
                <a:solidFill>
                  <a:srgbClr val="FF0000"/>
                </a:solidFill>
                <a:ea typeface="Verdana"/>
              </a:rPr>
              <a:t>Adj-R2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ANOVA 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T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Stjudento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kriterijai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atskiriems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regresoriams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endParaRPr lang="en-US" sz="1400" dirty="0">
              <a:solidFill>
                <a:schemeClr val="tx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7931867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b="1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R </a:t>
            </a:r>
            <a:r>
              <a:rPr lang="en-US" sz="1400" b="1" i="1" dirty="0" err="1">
                <a:solidFill>
                  <a:schemeClr val="tx1"/>
                </a:solidFill>
                <a:ea typeface="Verdana"/>
              </a:rPr>
              <a:t>kvadratas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,</a:t>
            </a:r>
            <a:r>
              <a:rPr lang="en-US" sz="1400" b="1" i="1" dirty="0">
                <a:solidFill>
                  <a:srgbClr val="FF0000"/>
                </a:solidFill>
                <a:ea typeface="Verdana"/>
              </a:rPr>
              <a:t> R</a:t>
            </a:r>
            <a:r>
              <a:rPr lang="en-US" sz="1400" b="1" i="1" baseline="30000" dirty="0">
                <a:solidFill>
                  <a:srgbClr val="FF0000"/>
                </a:solidFill>
                <a:ea typeface="Verdana"/>
              </a:rPr>
              <a:t>2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)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Modeliuojamų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stebimų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kintamojo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skirtumų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kiek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procentų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y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elgesio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paaiškina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elgesys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Įgyja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intervalo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[0, 1].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Kuo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didesnė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geriau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tinka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duomenims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rekomenduotina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kad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i="1" dirty="0">
                <a:solidFill>
                  <a:srgbClr val="FF0000"/>
                </a:solidFill>
                <a:ea typeface="Verdana"/>
              </a:rPr>
              <a:t>R</a:t>
            </a:r>
            <a:r>
              <a:rPr lang="en-US" sz="1400" i="1" baseline="30000" dirty="0">
                <a:solidFill>
                  <a:srgbClr val="FF0000"/>
                </a:solidFill>
                <a:ea typeface="Verdana"/>
              </a:rPr>
              <a:t>2</a:t>
            </a:r>
            <a:r>
              <a:rPr lang="en-US" sz="1400" i="1" dirty="0">
                <a:solidFill>
                  <a:srgbClr val="FF0000"/>
                </a:solidFill>
                <a:ea typeface="Verdana"/>
              </a:rPr>
              <a:t> 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≥ 0.20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endParaRPr lang="en-US" sz="1400" dirty="0">
              <a:solidFill>
                <a:schemeClr val="tx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2619156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ea typeface="Verdana"/>
              </a:rPr>
              <a:t>2.     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Koreguotinas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b="1" i="1" dirty="0" err="1">
                <a:solidFill>
                  <a:schemeClr val="tx1"/>
                </a:solidFill>
                <a:ea typeface="Verdana"/>
              </a:rPr>
              <a:t>koreguotas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 R </a:t>
            </a:r>
            <a:r>
              <a:rPr lang="en-US" sz="1400" b="1" i="1" dirty="0" err="1">
                <a:solidFill>
                  <a:schemeClr val="tx1"/>
                </a:solidFill>
                <a:ea typeface="Verdana"/>
              </a:rPr>
              <a:t>kvadratas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, R</a:t>
            </a:r>
            <a:r>
              <a:rPr lang="en-US" sz="1400" b="1" i="1" baseline="30000" dirty="0">
                <a:solidFill>
                  <a:schemeClr val="tx1"/>
                </a:solidFill>
                <a:ea typeface="Verdana"/>
              </a:rPr>
              <a:t>2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alternatyva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kai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modelyje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daug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mažai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stebinių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Jei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stebinių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bent 7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kartus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daugiau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pilnai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pakanka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8377774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ea typeface="Verdana"/>
              </a:rPr>
              <a:t>3.     ANOVA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dispersijos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analizė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angl.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Analysis of Variance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Parodo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modelyje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kintamuoju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susijusių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Jei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didesnė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už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0.05, tai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regresijos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modelio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tinkamumas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abejotinas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, t. y.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gauname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kad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b="1" i="1" dirty="0">
                <a:solidFill>
                  <a:srgbClr val="FF0000"/>
                </a:solidFill>
                <a:ea typeface="Verdana"/>
              </a:rPr>
              <a:t>y</a:t>
            </a:r>
            <a:r>
              <a:rPr lang="en-US" sz="1400" i="1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nepriklauso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nuo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.</a:t>
            </a:r>
            <a:endParaRPr lang="en-US" dirty="0">
              <a:solidFill>
                <a:srgbClr val="FF0000"/>
              </a:solidFill>
              <a:ea typeface="Verdana"/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3290760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ea typeface="Verdana"/>
              </a:rPr>
              <a:t>4.     T (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Stjudento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)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kriterijai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atskiriems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regresoriams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Padeda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nuspręsti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kintamieji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šalinami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modelio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Jei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mažesnė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už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0.05,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tariama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kad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statistiškai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reikšmingas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jis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paliekamas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modelyje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6272877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Reikšmingumo lygmuo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Iš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anksto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pasirenkamas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leistinų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neteisingų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sprendimų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procentas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Praktiniuose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skaičiavimuose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naudojame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angl.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p-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value).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Reikšmingumo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lygmuo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teorinis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anksto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nustatytas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dydis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dažniausiai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naudojamas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5%), o 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p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 tai,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ką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gauname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konkrečiu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atveju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10957054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Koreliacijos koeficientas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–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tiesinės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naudojamas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išmatuoti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dviejų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intervalinių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tiesinę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įgyja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–1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iki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1.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 &lt; 0.3                         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labai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silpna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0.3 ≤ 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 &lt; 0.5                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silpna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0.5 ≤ 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 &lt; 0.7                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vidutinė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0.7 ≤ 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 &lt; 0.9                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stipri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0000"/>
                </a:solidFill>
                <a:ea typeface="Verdana"/>
              </a:rPr>
              <a:t>0.9 ≤ |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cor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| ≤ 1                   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labai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stipri</a:t>
            </a:r>
            <a:r>
              <a:rPr lang="en-US" sz="1400" dirty="0">
                <a:solidFill>
                  <a:srgbClr val="FF0000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rgbClr val="FF0000"/>
                </a:solidFill>
                <a:ea typeface="Verdana"/>
              </a:rPr>
              <a:t>koreliacija</a:t>
            </a:r>
            <a:endParaRPr lang="en-US" sz="1400" dirty="0">
              <a:solidFill>
                <a:srgbClr val="FF0000"/>
              </a:solidFill>
              <a:ea typeface="Verdana"/>
            </a:endParaRPr>
          </a:p>
          <a:p>
            <a:pPr marL="1384300" lvl="3">
              <a:spcBef>
                <a:spcPts val="1300"/>
              </a:spcBef>
            </a:pPr>
            <a:endParaRPr lang="en-US" sz="1400" dirty="0">
              <a:solidFill>
                <a:schemeClr val="tx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92591570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68AEEC6-9F65-2541-C6F8-9D7416CD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75044-076F-6F8C-B042-A13A3DD9BA90}"/>
              </a:ext>
            </a:extLst>
          </p:cNvPr>
          <p:cNvSpPr txBox="1"/>
          <p:nvPr/>
        </p:nvSpPr>
        <p:spPr>
          <a:xfrm>
            <a:off x="838199" y="1436810"/>
            <a:ext cx="78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major types of regression modeling techniques</a:t>
            </a:r>
            <a:endParaRPr lang="lt-LT" dirty="0"/>
          </a:p>
        </p:txBody>
      </p:sp>
      <p:pic>
        <p:nvPicPr>
          <p:cNvPr id="6" name="Paveikslėlis 5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FB671915-6360-C85D-3A73-8D9AA4A8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13" y="1806142"/>
            <a:ext cx="10772374" cy="3726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8E160-CD4E-A4E5-9B20-7C8323DE7036}"/>
              </a:ext>
            </a:extLst>
          </p:cNvPr>
          <p:cNvSpPr txBox="1"/>
          <p:nvPr/>
        </p:nvSpPr>
        <p:spPr>
          <a:xfrm>
            <a:off x="2005780" y="5647835"/>
            <a:ext cx="9055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though logistic regression (which you may have heard of) has “regression” in its name, it’s actually a classification modeling technique!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9430238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AF89058-5828-5BB7-7EF8-D62AFAF2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MODELING WORKFLOW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0ACD868B-1574-A626-666D-3887A2E1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2" y="1392172"/>
            <a:ext cx="9026515" cy="495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516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EFFA21-BC91-C2F1-8E21-3577AB15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4CA5B-09BE-74B9-4E8C-7A0D407B61C6}"/>
              </a:ext>
            </a:extLst>
          </p:cNvPr>
          <p:cNvSpPr txBox="1"/>
          <p:nvPr/>
        </p:nvSpPr>
        <p:spPr>
          <a:xfrm>
            <a:off x="1120877" y="1395785"/>
            <a:ext cx="9960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models are used for two primary goals: </a:t>
            </a:r>
            <a:r>
              <a:rPr lang="en-US" b="1" dirty="0"/>
              <a:t>prediction</a:t>
            </a:r>
            <a:r>
              <a:rPr lang="en-US" dirty="0"/>
              <a:t> and </a:t>
            </a:r>
            <a:r>
              <a:rPr lang="en-US" b="1" dirty="0"/>
              <a:t>inference</a:t>
            </a:r>
            <a:endParaRPr lang="lt-LT" b="1" dirty="0"/>
          </a:p>
          <a:p>
            <a:r>
              <a:rPr lang="en-US" dirty="0"/>
              <a:t> • The goal shapes the modeling approach, including the regression algorithm used, the complexity of the model, and more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6BFB78B-55E5-E444-5D0B-D2F36707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0209"/>
            <a:ext cx="10431331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20524-A006-B196-8ADE-DA21B5E89A9F}"/>
              </a:ext>
            </a:extLst>
          </p:cNvPr>
          <p:cNvSpPr txBox="1"/>
          <p:nvPr/>
        </p:nvSpPr>
        <p:spPr>
          <a:xfrm>
            <a:off x="648927" y="5797413"/>
            <a:ext cx="11080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</a:t>
            </a:r>
            <a:r>
              <a:rPr lang="en-US" b="1" dirty="0"/>
              <a:t>balance between these goals </a:t>
            </a:r>
            <a:r>
              <a:rPr lang="en-US" dirty="0"/>
              <a:t>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425589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537119E-BABA-18AC-75A1-368ACB0E6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lt-LT" dirty="0" err="1"/>
              <a:t>rediction</a:t>
            </a:r>
            <a:r>
              <a:rPr lang="lt-LT" dirty="0"/>
              <a:t> </a:t>
            </a:r>
            <a:r>
              <a:rPr lang="en-US" dirty="0"/>
              <a:t>vs I</a:t>
            </a:r>
            <a:r>
              <a:rPr lang="lt-LT" dirty="0" err="1"/>
              <a:t>nference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398B9-7847-F1B3-D29D-39E585A78384}"/>
              </a:ext>
            </a:extLst>
          </p:cNvPr>
          <p:cNvSpPr txBox="1"/>
          <p:nvPr/>
        </p:nvSpPr>
        <p:spPr>
          <a:xfrm>
            <a:off x="838200" y="2304250"/>
            <a:ext cx="102034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b="1" dirty="0" err="1"/>
              <a:t>Prediction</a:t>
            </a:r>
            <a:r>
              <a:rPr lang="lt-LT" b="1" dirty="0"/>
              <a:t> (prognozavimas)</a:t>
            </a:r>
            <a:br>
              <a:rPr lang="lt-LT" dirty="0"/>
            </a:br>
            <a:r>
              <a:rPr lang="lt-LT" dirty="0"/>
              <a:t>Tikslas – </a:t>
            </a:r>
            <a:r>
              <a:rPr lang="lt-LT" b="1" dirty="0"/>
              <a:t>kuo tiksliau prognozuoti y reikšmes</a:t>
            </a:r>
            <a:r>
              <a:rPr lang="lt-LT" dirty="0"/>
              <a:t>, naudojant x kintamuosius. Svarbiausia ne tai, kodėl ryšys egzistuoja, o </a:t>
            </a:r>
            <a:r>
              <a:rPr lang="lt-LT" b="1" dirty="0"/>
              <a:t>kiek tiksliai modelis numato</a:t>
            </a:r>
            <a:r>
              <a:rPr lang="lt-LT" dirty="0"/>
              <a:t>. Daugiausia dėmesio skiriama prognozės paklaidai ir modelio veikimui su naujais duomenimis. Koeficientų interpretacija čia nėra esminė.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lt-LT" dirty="0"/>
          </a:p>
          <a:p>
            <a:pPr>
              <a:buNone/>
            </a:pPr>
            <a:r>
              <a:rPr lang="lt-LT" b="1" dirty="0" err="1"/>
              <a:t>Inference</a:t>
            </a:r>
            <a:r>
              <a:rPr lang="lt-LT" b="1" dirty="0"/>
              <a:t> (išvadų darymas, aiškinimas)</a:t>
            </a:r>
            <a:br>
              <a:rPr lang="lt-LT" dirty="0"/>
            </a:br>
            <a:r>
              <a:rPr lang="lt-LT" dirty="0"/>
              <a:t>Tikslas – </a:t>
            </a:r>
            <a:r>
              <a:rPr lang="lt-LT" b="1" dirty="0"/>
              <a:t>suprasti ryšius tarp kintamųjų</a:t>
            </a:r>
            <a:r>
              <a:rPr lang="lt-LT" dirty="0"/>
              <a:t>. Analizuojama, kurie x kintamieji daro įtaką y, kokia yra tos įtakos kryptis ir stiprumas, ar ji statistiškai reikšminga. Didelis dėmesys skiriamas koeficientams, </a:t>
            </a:r>
            <a:endParaRPr lang="en-US" dirty="0"/>
          </a:p>
          <a:p>
            <a:pPr>
              <a:buNone/>
            </a:pPr>
            <a:r>
              <a:rPr lang="lt-LT" dirty="0"/>
              <a:t>p reikšmėms ir prielaidoms.</a:t>
            </a:r>
          </a:p>
        </p:txBody>
      </p:sp>
    </p:spTree>
    <p:extLst>
      <p:ext uri="{BB962C8B-B14F-4D97-AF65-F5344CB8AC3E}">
        <p14:creationId xmlns:p14="http://schemas.microsoft.com/office/powerpoint/2010/main" val="1476195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A8ECA94-0B20-9142-7526-AB09E58D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pic>
        <p:nvPicPr>
          <p:cNvPr id="4" name="Paveikslėlis 3" descr="Paveikslėlis, kuriame yra tekstas, Šriftas, ekrano kopija, dokumentas&#10;&#10;Dirbtinio intelekto sugeneruotas turinys gali būti neteisingas.">
            <a:extLst>
              <a:ext uri="{FF2B5EF4-FFF2-40B4-BE49-F238E27FC236}">
                <a16:creationId xmlns:a16="http://schemas.microsoft.com/office/drawing/2014/main" id="{A9ACE7F5-33D4-562F-39DF-A24F3254A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674942" cy="464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24169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51D6B2-D429-493E-9751-AF831DD9001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C54F28E-87B9-49E4-9978-9C2830DB560F}"/>
</file>

<file path=customXml/itemProps3.xml><?xml version="1.0" encoding="utf-8"?>
<ds:datastoreItem xmlns:ds="http://schemas.openxmlformats.org/officeDocument/2006/customXml" ds:itemID="{9B417A9A-CF30-45B9-8EB3-06524F96B7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1878</TotalTime>
  <Words>1657</Words>
  <Application>Microsoft Office PowerPoint</Application>
  <PresentationFormat>Plačiaekranė</PresentationFormat>
  <Paragraphs>184</Paragraphs>
  <Slides>43</Slides>
  <Notes>23</Notes>
  <HiddenSlides>0</HiddenSlides>
  <MMClips>0</MMClips>
  <ScaleCrop>false</ScaleCrop>
  <HeadingPairs>
    <vt:vector size="6" baseType="variant">
      <vt:variant>
        <vt:lpstr>Naudojami šriftai</vt:lpstr>
      </vt:variant>
      <vt:variant>
        <vt:i4>7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43</vt:i4>
      </vt:variant>
    </vt:vector>
  </HeadingPairs>
  <TitlesOfParts>
    <vt:vector size="51" baseType="lpstr">
      <vt:lpstr>Aptos</vt:lpstr>
      <vt:lpstr>Aptos Display</vt:lpstr>
      <vt:lpstr>Arial</vt:lpstr>
      <vt:lpstr>Arial,Sans-Serif</vt:lpstr>
      <vt:lpstr>Calibri</vt:lpstr>
      <vt:lpstr>Verdana</vt:lpstr>
      <vt:lpstr>Wingdings</vt:lpstr>
      <vt:lpstr>„Office“ tema</vt:lpstr>
      <vt:lpstr>Prognozavimo metodai  Python: Regression</vt:lpstr>
      <vt:lpstr>Šiandien išmoksite</vt:lpstr>
      <vt:lpstr>INTRO TO DATA SCIENCE</vt:lpstr>
      <vt:lpstr>DATA SCIENCE SKILL SET</vt:lpstr>
      <vt:lpstr>WHAT IS MACHINE LEARNING?</vt:lpstr>
      <vt:lpstr>COMMON ALGORITHMS</vt:lpstr>
      <vt:lpstr>„PowerPoint“ pateiktis</vt:lpstr>
      <vt:lpstr>Duomenų tyrybos metodai </vt:lpstr>
      <vt:lpstr>„PowerPoint“ pateiktis</vt:lpstr>
      <vt:lpstr>DATA SCIENCE WORKFLOW</vt:lpstr>
      <vt:lpstr>STEP 1: SCOPING A PROJECT</vt:lpstr>
      <vt:lpstr>STEP 2: GATHERING DATA</vt:lpstr>
      <vt:lpstr>STEP 3: CLEANING DATA</vt:lpstr>
      <vt:lpstr>STEP 4: EXPLORING DATA</vt:lpstr>
      <vt:lpstr>STEP 5: MODELING DATA</vt:lpstr>
      <vt:lpstr>STEP 6: SHARING INSIGHTS</vt:lpstr>
      <vt:lpstr>REGRESSION MODELING</vt:lpstr>
      <vt:lpstr>Regresija</vt:lpstr>
      <vt:lpstr>Tiesinė regresija</vt:lpstr>
      <vt:lpstr>REGRESSION 101</vt:lpstr>
      <vt:lpstr>Pavyzdžiai</vt:lpstr>
      <vt:lpstr>Regresijos lygtis</vt:lpstr>
      <vt:lpstr>Regresijos lygtis</vt:lpstr>
      <vt:lpstr>Regresijos lygtis</vt:lpstr>
      <vt:lpstr>Regresija – konstanta ir koeficientai</vt:lpstr>
      <vt:lpstr>REGRESSION 101</vt:lpstr>
      <vt:lpstr>REGRESSION 101</vt:lpstr>
      <vt:lpstr>REGRESSION 101</vt:lpstr>
      <vt:lpstr>Tiesinė regresija</vt:lpstr>
      <vt:lpstr>„PowerPoint“ pateiktis</vt:lpstr>
      <vt:lpstr>Reikalavimai duomenims</vt:lpstr>
      <vt:lpstr>Regresijos vertinimas</vt:lpstr>
      <vt:lpstr>Regresijos vertinimas</vt:lpstr>
      <vt:lpstr>Regresijos vertinimas</vt:lpstr>
      <vt:lpstr>Regresijos vertinimas</vt:lpstr>
      <vt:lpstr>Regresijos vertinimas</vt:lpstr>
      <vt:lpstr>Reikšmingumo lygmuo</vt:lpstr>
      <vt:lpstr>Koreliacijos koeficientas</vt:lpstr>
      <vt:lpstr>TYPES OF REGRESSION</vt:lpstr>
      <vt:lpstr>REGRESSION MODELING WORKFLOW</vt:lpstr>
      <vt:lpstr>GOALS OF REGRESSION</vt:lpstr>
      <vt:lpstr>Prediction vs Inference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Duomenų analizės algoritmai</dc:title>
  <dc:creator>Karolina Januskaite</dc:creator>
  <cp:lastModifiedBy>Žydrūnė Kelpšaitė</cp:lastModifiedBy>
  <cp:revision>11</cp:revision>
  <dcterms:created xsi:type="dcterms:W3CDTF">2021-01-31T18:33:53Z</dcterms:created>
  <dcterms:modified xsi:type="dcterms:W3CDTF">2026-02-18T12:55:43Z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2021-01-31T00:00:00Z</vt:filetime>
  </property>
  <property fmtid="{D5CDD505-2E9C-101B-9397-08002B2CF9AE}" pid="5" name="ContentTypeId">
    <vt:lpwstr>0x010100753C69E30CD2E346B0231A1827D4E953</vt:lpwstr>
  </property>
</Properties>
</file>