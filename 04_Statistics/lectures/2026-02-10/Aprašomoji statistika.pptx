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4"/>
  </p:notesMasterIdLst>
  <p:sldIdLst>
    <p:sldId id="256" r:id="rId5"/>
    <p:sldId id="257" r:id="rId6"/>
    <p:sldId id="277" r:id="rId7"/>
    <p:sldId id="258" r:id="rId8"/>
    <p:sldId id="278" r:id="rId9"/>
    <p:sldId id="259" r:id="rId10"/>
    <p:sldId id="279" r:id="rId11"/>
    <p:sldId id="280" r:id="rId12"/>
    <p:sldId id="281" r:id="rId13"/>
    <p:sldId id="282" r:id="rId14"/>
    <p:sldId id="283" r:id="rId15"/>
    <p:sldId id="260" r:id="rId16"/>
    <p:sldId id="261" r:id="rId17"/>
    <p:sldId id="262" r:id="rId18"/>
    <p:sldId id="263" r:id="rId19"/>
    <p:sldId id="268" r:id="rId20"/>
    <p:sldId id="264" r:id="rId21"/>
    <p:sldId id="265" r:id="rId22"/>
    <p:sldId id="266" r:id="rId23"/>
    <p:sldId id="267" r:id="rId24"/>
    <p:sldId id="269" r:id="rId25"/>
    <p:sldId id="270" r:id="rId26"/>
    <p:sldId id="272" r:id="rId27"/>
    <p:sldId id="271" r:id="rId28"/>
    <p:sldId id="284" r:id="rId29"/>
    <p:sldId id="273" r:id="rId30"/>
    <p:sldId id="274" r:id="rId31"/>
    <p:sldId id="275" r:id="rId32"/>
    <p:sldId id="276"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920" autoAdjust="0"/>
  </p:normalViewPr>
  <p:slideViewPr>
    <p:cSldViewPr snapToGrid="0">
      <p:cViewPr varScale="1">
        <p:scale>
          <a:sx n="92" d="100"/>
          <a:sy n="92" d="100"/>
        </p:scale>
        <p:origin x="1278"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6/11/relationships/changesInfo" Target="changesInfos/changesInfo1.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Žydrūnė Kelpšaitė" userId="e943768126acec1d" providerId="LiveId" clId="{31712FD7-FA85-48BA-9D35-5382388CFC74}"/>
    <pc:docChg chg="undo custSel addSld modSld sldOrd">
      <pc:chgData name="Žydrūnė Kelpšaitė" userId="e943768126acec1d" providerId="LiveId" clId="{31712FD7-FA85-48BA-9D35-5382388CFC74}" dt="2026-02-10T12:20:31.812" v="543" actId="13926"/>
      <pc:docMkLst>
        <pc:docMk/>
      </pc:docMkLst>
      <pc:sldChg chg="delSp modSp modAnim delDesignElem">
        <pc:chgData name="Žydrūnė Kelpšaitė" userId="e943768126acec1d" providerId="LiveId" clId="{31712FD7-FA85-48BA-9D35-5382388CFC74}" dt="2026-01-19T17:27:58.179" v="47" actId="20577"/>
        <pc:sldMkLst>
          <pc:docMk/>
          <pc:sldMk cId="3941996179" sldId="256"/>
        </pc:sldMkLst>
        <pc:spChg chg="mod">
          <ac:chgData name="Žydrūnė Kelpšaitė" userId="e943768126acec1d" providerId="LiveId" clId="{31712FD7-FA85-48BA-9D35-5382388CFC74}" dt="2026-01-19T17:27:41.520" v="2" actId="207"/>
          <ac:spMkLst>
            <pc:docMk/>
            <pc:sldMk cId="3941996179" sldId="256"/>
            <ac:spMk id="2" creationId="{64DE1F0B-35A9-7AE7-E7C6-F9C4783A13FE}"/>
          </ac:spMkLst>
        </pc:spChg>
        <pc:spChg chg="mod">
          <ac:chgData name="Žydrūnė Kelpšaitė" userId="e943768126acec1d" providerId="LiveId" clId="{31712FD7-FA85-48BA-9D35-5382388CFC74}" dt="2026-01-19T17:27:58.179" v="47" actId="20577"/>
          <ac:spMkLst>
            <pc:docMk/>
            <pc:sldMk cId="3941996179" sldId="256"/>
            <ac:spMk id="3" creationId="{3DF07BE3-E0C0-3018-0785-AB4D7B400BB4}"/>
          </ac:spMkLst>
        </pc:spChg>
      </pc:sldChg>
      <pc:sldChg chg="modSp">
        <pc:chgData name="Žydrūnė Kelpšaitė" userId="e943768126acec1d" providerId="LiveId" clId="{31712FD7-FA85-48BA-9D35-5382388CFC74}" dt="2026-01-19T17:27:33.133" v="1"/>
        <pc:sldMkLst>
          <pc:docMk/>
          <pc:sldMk cId="2835326540" sldId="257"/>
        </pc:sldMkLst>
        <pc:spChg chg="mod">
          <ac:chgData name="Žydrūnė Kelpšaitė" userId="e943768126acec1d" providerId="LiveId" clId="{31712FD7-FA85-48BA-9D35-5382388CFC74}" dt="2026-01-19T17:27:33.133" v="1"/>
          <ac:spMkLst>
            <pc:docMk/>
            <pc:sldMk cId="2835326540" sldId="257"/>
            <ac:spMk id="2" creationId="{E312373E-7848-5019-74BF-BF537EDE6E99}"/>
          </ac:spMkLst>
        </pc:spChg>
        <pc:spChg chg="mod">
          <ac:chgData name="Žydrūnė Kelpšaitė" userId="e943768126acec1d" providerId="LiveId" clId="{31712FD7-FA85-48BA-9D35-5382388CFC74}" dt="2026-01-19T17:27:33.133" v="1"/>
          <ac:spMkLst>
            <pc:docMk/>
            <pc:sldMk cId="2835326540" sldId="257"/>
            <ac:spMk id="3" creationId="{F0234754-047A-453E-1678-7F01F78FF522}"/>
          </ac:spMkLst>
        </pc:spChg>
      </pc:sldChg>
      <pc:sldChg chg="modSp mod modNotesTx">
        <pc:chgData name="Žydrūnė Kelpšaitė" userId="e943768126acec1d" providerId="LiveId" clId="{31712FD7-FA85-48BA-9D35-5382388CFC74}" dt="2026-02-10T11:44:35.506" v="526" actId="13926"/>
        <pc:sldMkLst>
          <pc:docMk/>
          <pc:sldMk cId="2713446290" sldId="258"/>
        </pc:sldMkLst>
        <pc:spChg chg="mod">
          <ac:chgData name="Žydrūnė Kelpšaitė" userId="e943768126acec1d" providerId="LiveId" clId="{31712FD7-FA85-48BA-9D35-5382388CFC74}" dt="2026-01-20T06:43:46.540" v="61"/>
          <ac:spMkLst>
            <pc:docMk/>
            <pc:sldMk cId="2713446290" sldId="258"/>
            <ac:spMk id="2" creationId="{379EA722-37E2-1F45-13F8-0685102ABCB8}"/>
          </ac:spMkLst>
        </pc:spChg>
        <pc:spChg chg="mod">
          <ac:chgData name="Žydrūnė Kelpšaitė" userId="e943768126acec1d" providerId="LiveId" clId="{31712FD7-FA85-48BA-9D35-5382388CFC74}" dt="2026-02-10T11:44:35.506" v="526" actId="13926"/>
          <ac:spMkLst>
            <pc:docMk/>
            <pc:sldMk cId="2713446290" sldId="258"/>
            <ac:spMk id="3" creationId="{E01AB93E-BF92-8474-4506-9F6F76B47451}"/>
          </ac:spMkLst>
        </pc:spChg>
      </pc:sldChg>
      <pc:sldChg chg="modSp mod">
        <pc:chgData name="Žydrūnė Kelpšaitė" userId="e943768126acec1d" providerId="LiveId" clId="{31712FD7-FA85-48BA-9D35-5382388CFC74}" dt="2026-01-19T17:28:22.342" v="48" actId="790"/>
        <pc:sldMkLst>
          <pc:docMk/>
          <pc:sldMk cId="993658685" sldId="259"/>
        </pc:sldMkLst>
        <pc:spChg chg="mod">
          <ac:chgData name="Žydrūnė Kelpšaitė" userId="e943768126acec1d" providerId="LiveId" clId="{31712FD7-FA85-48BA-9D35-5382388CFC74}" dt="2026-01-19T17:28:22.342" v="48" actId="790"/>
          <ac:spMkLst>
            <pc:docMk/>
            <pc:sldMk cId="993658685" sldId="259"/>
            <ac:spMk id="2" creationId="{B3460BC4-9796-A48E-5787-714B10C3CFBD}"/>
          </ac:spMkLst>
        </pc:spChg>
        <pc:spChg chg="mod">
          <ac:chgData name="Žydrūnė Kelpšaitė" userId="e943768126acec1d" providerId="LiveId" clId="{31712FD7-FA85-48BA-9D35-5382388CFC74}" dt="2026-01-19T17:28:22.342" v="48" actId="790"/>
          <ac:spMkLst>
            <pc:docMk/>
            <pc:sldMk cId="993658685" sldId="259"/>
            <ac:spMk id="3" creationId="{32617E03-0427-9877-E5CC-77EBFD0A4485}"/>
          </ac:spMkLst>
        </pc:spChg>
        <pc:spChg chg="mod">
          <ac:chgData name="Žydrūnė Kelpšaitė" userId="e943768126acec1d" providerId="LiveId" clId="{31712FD7-FA85-48BA-9D35-5382388CFC74}" dt="2026-01-19T17:28:22.342" v="48" actId="790"/>
          <ac:spMkLst>
            <pc:docMk/>
            <pc:sldMk cId="993658685" sldId="259"/>
            <ac:spMk id="6" creationId="{1B9ECCD6-16A8-8EA6-3A6D-2BECFB69E8AF}"/>
          </ac:spMkLst>
        </pc:spChg>
      </pc:sldChg>
      <pc:sldChg chg="addSp modSp mod">
        <pc:chgData name="Žydrūnė Kelpšaitė" userId="e943768126acec1d" providerId="LiveId" clId="{31712FD7-FA85-48BA-9D35-5382388CFC74}" dt="2026-01-20T08:08:26.305" v="452" actId="113"/>
        <pc:sldMkLst>
          <pc:docMk/>
          <pc:sldMk cId="688067797" sldId="260"/>
        </pc:sldMkLst>
        <pc:spChg chg="mod">
          <ac:chgData name="Žydrūnė Kelpšaitė" userId="e943768126acec1d" providerId="LiveId" clId="{31712FD7-FA85-48BA-9D35-5382388CFC74}" dt="2026-01-19T17:27:33.133" v="1"/>
          <ac:spMkLst>
            <pc:docMk/>
            <pc:sldMk cId="688067797" sldId="260"/>
            <ac:spMk id="2" creationId="{CAA5E1F9-1A9D-022B-1310-875FE6AE1AD3}"/>
          </ac:spMkLst>
        </pc:spChg>
        <pc:spChg chg="mod">
          <ac:chgData name="Žydrūnė Kelpšaitė" userId="e943768126acec1d" providerId="LiveId" clId="{31712FD7-FA85-48BA-9D35-5382388CFC74}" dt="2026-01-20T08:08:02.753" v="451" actId="20577"/>
          <ac:spMkLst>
            <pc:docMk/>
            <pc:sldMk cId="688067797" sldId="260"/>
            <ac:spMk id="3" creationId="{A22228AE-ACD2-B04D-661C-B3408D5AE6E1}"/>
          </ac:spMkLst>
        </pc:spChg>
        <pc:spChg chg="add mod">
          <ac:chgData name="Žydrūnė Kelpšaitė" userId="e943768126acec1d" providerId="LiveId" clId="{31712FD7-FA85-48BA-9D35-5382388CFC74}" dt="2026-01-20T08:08:26.305" v="452" actId="113"/>
          <ac:spMkLst>
            <pc:docMk/>
            <pc:sldMk cId="688067797" sldId="260"/>
            <ac:spMk id="5" creationId="{FEB666A2-B306-7614-846A-5214465F6D2A}"/>
          </ac:spMkLst>
        </pc:spChg>
      </pc:sldChg>
      <pc:sldChg chg="addSp modSp mod">
        <pc:chgData name="Žydrūnė Kelpšaitė" userId="e943768126acec1d" providerId="LiveId" clId="{31712FD7-FA85-48BA-9D35-5382388CFC74}" dt="2026-01-20T08:09:56.264" v="453" actId="13926"/>
        <pc:sldMkLst>
          <pc:docMk/>
          <pc:sldMk cId="2231910087" sldId="261"/>
        </pc:sldMkLst>
        <pc:spChg chg="mod">
          <ac:chgData name="Žydrūnė Kelpšaitė" userId="e943768126acec1d" providerId="LiveId" clId="{31712FD7-FA85-48BA-9D35-5382388CFC74}" dt="2026-01-19T17:27:33.133" v="1"/>
          <ac:spMkLst>
            <pc:docMk/>
            <pc:sldMk cId="2231910087" sldId="261"/>
            <ac:spMk id="2" creationId="{96DDA6B2-54CB-FF43-CEDB-744D12AD90A6}"/>
          </ac:spMkLst>
        </pc:spChg>
        <pc:spChg chg="mod">
          <ac:chgData name="Žydrūnė Kelpšaitė" userId="e943768126acec1d" providerId="LiveId" clId="{31712FD7-FA85-48BA-9D35-5382388CFC74}" dt="2026-01-19T17:27:33.133" v="1"/>
          <ac:spMkLst>
            <pc:docMk/>
            <pc:sldMk cId="2231910087" sldId="261"/>
            <ac:spMk id="3" creationId="{F061F186-4525-5DD4-6986-E4C59B630A09}"/>
          </ac:spMkLst>
        </pc:spChg>
        <pc:spChg chg="add mod">
          <ac:chgData name="Žydrūnė Kelpšaitė" userId="e943768126acec1d" providerId="LiveId" clId="{31712FD7-FA85-48BA-9D35-5382388CFC74}" dt="2026-01-20T08:09:56.264" v="453" actId="13926"/>
          <ac:spMkLst>
            <pc:docMk/>
            <pc:sldMk cId="2231910087" sldId="261"/>
            <ac:spMk id="6" creationId="{5BB2E109-3F9A-0A15-214E-8A4EC7282D6D}"/>
          </ac:spMkLst>
        </pc:spChg>
      </pc:sldChg>
      <pc:sldChg chg="addSp modSp mod">
        <pc:chgData name="Žydrūnė Kelpšaitė" userId="e943768126acec1d" providerId="LiveId" clId="{31712FD7-FA85-48BA-9D35-5382388CFC74}" dt="2026-01-20T08:10:34.451" v="455" actId="113"/>
        <pc:sldMkLst>
          <pc:docMk/>
          <pc:sldMk cId="2513286643" sldId="262"/>
        </pc:sldMkLst>
        <pc:spChg chg="mod">
          <ac:chgData name="Žydrūnė Kelpšaitė" userId="e943768126acec1d" providerId="LiveId" clId="{31712FD7-FA85-48BA-9D35-5382388CFC74}" dt="2026-01-19T17:27:33.133" v="1"/>
          <ac:spMkLst>
            <pc:docMk/>
            <pc:sldMk cId="2513286643" sldId="262"/>
            <ac:spMk id="2" creationId="{0A8F2AF7-327E-95FB-D363-D227A06E0CF5}"/>
          </ac:spMkLst>
        </pc:spChg>
        <pc:spChg chg="mod">
          <ac:chgData name="Žydrūnė Kelpšaitė" userId="e943768126acec1d" providerId="LiveId" clId="{31712FD7-FA85-48BA-9D35-5382388CFC74}" dt="2026-01-20T08:10:34.451" v="455" actId="113"/>
          <ac:spMkLst>
            <pc:docMk/>
            <pc:sldMk cId="2513286643" sldId="262"/>
            <ac:spMk id="3" creationId="{4A2D44C1-E62D-A761-F79E-56D41D8F6EFC}"/>
          </ac:spMkLst>
        </pc:spChg>
        <pc:spChg chg="add mod">
          <ac:chgData name="Žydrūnė Kelpšaitė" userId="e943768126acec1d" providerId="LiveId" clId="{31712FD7-FA85-48BA-9D35-5382388CFC74}" dt="2026-01-20T07:00:11.549" v="280" actId="20577"/>
          <ac:spMkLst>
            <pc:docMk/>
            <pc:sldMk cId="2513286643" sldId="262"/>
            <ac:spMk id="6" creationId="{A113F99E-891E-6433-C3EF-3241B0F6CBF5}"/>
          </ac:spMkLst>
        </pc:spChg>
        <pc:picChg chg="mod">
          <ac:chgData name="Žydrūnė Kelpšaitė" userId="e943768126acec1d" providerId="LiveId" clId="{31712FD7-FA85-48BA-9D35-5382388CFC74}" dt="2026-01-20T07:00:39.106" v="285" actId="1076"/>
          <ac:picMkLst>
            <pc:docMk/>
            <pc:sldMk cId="2513286643" sldId="262"/>
            <ac:picMk id="5" creationId="{8CE44A3F-2ADE-3D48-AF0E-4B1314174DA4}"/>
          </ac:picMkLst>
        </pc:picChg>
      </pc:sldChg>
      <pc:sldChg chg="addSp modSp mod">
        <pc:chgData name="Žydrūnė Kelpšaitė" userId="e943768126acec1d" providerId="LiveId" clId="{31712FD7-FA85-48BA-9D35-5382388CFC74}" dt="2026-02-10T11:59:40.856" v="531" actId="13926"/>
        <pc:sldMkLst>
          <pc:docMk/>
          <pc:sldMk cId="1742495507" sldId="263"/>
        </pc:sldMkLst>
        <pc:spChg chg="mod">
          <ac:chgData name="Žydrūnė Kelpšaitė" userId="e943768126acec1d" providerId="LiveId" clId="{31712FD7-FA85-48BA-9D35-5382388CFC74}" dt="2026-01-19T17:27:33.133" v="1"/>
          <ac:spMkLst>
            <pc:docMk/>
            <pc:sldMk cId="1742495507" sldId="263"/>
            <ac:spMk id="2" creationId="{ED830237-4AE8-017A-B6FE-10FF71B6962F}"/>
          </ac:spMkLst>
        </pc:spChg>
        <pc:spChg chg="add mod">
          <ac:chgData name="Žydrūnė Kelpšaitė" userId="e943768126acec1d" providerId="LiveId" clId="{31712FD7-FA85-48BA-9D35-5382388CFC74}" dt="2026-02-10T11:59:40.856" v="531" actId="13926"/>
          <ac:spMkLst>
            <pc:docMk/>
            <pc:sldMk cId="1742495507" sldId="263"/>
            <ac:spMk id="4" creationId="{6F266699-5337-75AD-541C-200F8D33E265}"/>
          </ac:spMkLst>
        </pc:spChg>
        <pc:spChg chg="mod">
          <ac:chgData name="Žydrūnė Kelpšaitė" userId="e943768126acec1d" providerId="LiveId" clId="{31712FD7-FA85-48BA-9D35-5382388CFC74}" dt="2026-02-10T11:59:17.297" v="530" actId="13926"/>
          <ac:spMkLst>
            <pc:docMk/>
            <pc:sldMk cId="1742495507" sldId="263"/>
            <ac:spMk id="8" creationId="{35705503-20DB-3DDB-829B-B5029DD2CC23}"/>
          </ac:spMkLst>
        </pc:spChg>
        <pc:picChg chg="mod">
          <ac:chgData name="Žydrūnė Kelpšaitė" userId="e943768126acec1d" providerId="LiveId" clId="{31712FD7-FA85-48BA-9D35-5382388CFC74}" dt="2026-01-20T08:12:29.465" v="456" actId="1076"/>
          <ac:picMkLst>
            <pc:docMk/>
            <pc:sldMk cId="1742495507" sldId="263"/>
            <ac:picMk id="5" creationId="{FDDEC41B-D29F-6322-5C1D-CDA6D5804523}"/>
          </ac:picMkLst>
        </pc:picChg>
      </pc:sldChg>
      <pc:sldChg chg="addSp modSp mod modNotesTx">
        <pc:chgData name="Žydrūnė Kelpšaitė" userId="e943768126acec1d" providerId="LiveId" clId="{31712FD7-FA85-48BA-9D35-5382388CFC74}" dt="2026-02-10T12:02:27.701" v="534" actId="13926"/>
        <pc:sldMkLst>
          <pc:docMk/>
          <pc:sldMk cId="2296759939" sldId="264"/>
        </pc:sldMkLst>
        <pc:spChg chg="mod">
          <ac:chgData name="Žydrūnė Kelpšaitė" userId="e943768126acec1d" providerId="LiveId" clId="{31712FD7-FA85-48BA-9D35-5382388CFC74}" dt="2026-01-19T17:27:33.133" v="1"/>
          <ac:spMkLst>
            <pc:docMk/>
            <pc:sldMk cId="2296759939" sldId="264"/>
            <ac:spMk id="2" creationId="{9F81963C-8FC6-9FCA-7F6B-FCE14149C392}"/>
          </ac:spMkLst>
        </pc:spChg>
        <pc:spChg chg="mod">
          <ac:chgData name="Žydrūnė Kelpšaitė" userId="e943768126acec1d" providerId="LiveId" clId="{31712FD7-FA85-48BA-9D35-5382388CFC74}" dt="2026-01-20T07:03:41.417" v="308" actId="14100"/>
          <ac:spMkLst>
            <pc:docMk/>
            <pc:sldMk cId="2296759939" sldId="264"/>
            <ac:spMk id="3" creationId="{D5CCD35A-D460-7E75-FAEE-E99B5D5893AD}"/>
          </ac:spMkLst>
        </pc:spChg>
        <pc:spChg chg="add mod">
          <ac:chgData name="Žydrūnė Kelpšaitė" userId="e943768126acec1d" providerId="LiveId" clId="{31712FD7-FA85-48BA-9D35-5382388CFC74}" dt="2026-02-10T12:02:27.701" v="534" actId="13926"/>
          <ac:spMkLst>
            <pc:docMk/>
            <pc:sldMk cId="2296759939" sldId="264"/>
            <ac:spMk id="6" creationId="{8FC8CFD4-6F08-FFB2-2F72-3DDB5A92714D}"/>
          </ac:spMkLst>
        </pc:spChg>
        <pc:picChg chg="mod">
          <ac:chgData name="Žydrūnė Kelpšaitė" userId="e943768126acec1d" providerId="LiveId" clId="{31712FD7-FA85-48BA-9D35-5382388CFC74}" dt="2026-01-20T07:03:30.632" v="307" actId="1076"/>
          <ac:picMkLst>
            <pc:docMk/>
            <pc:sldMk cId="2296759939" sldId="264"/>
            <ac:picMk id="5" creationId="{DA3A6E5C-48C7-F4DD-8CA9-0E261E76D06E}"/>
          </ac:picMkLst>
        </pc:picChg>
      </pc:sldChg>
      <pc:sldChg chg="addSp modSp mod">
        <pc:chgData name="Žydrūnė Kelpšaitė" userId="e943768126acec1d" providerId="LiveId" clId="{31712FD7-FA85-48BA-9D35-5382388CFC74}" dt="2026-02-10T12:03:24.827" v="535" actId="13926"/>
        <pc:sldMkLst>
          <pc:docMk/>
          <pc:sldMk cId="1293250519" sldId="265"/>
        </pc:sldMkLst>
        <pc:spChg chg="mod">
          <ac:chgData name="Žydrūnė Kelpšaitė" userId="e943768126acec1d" providerId="LiveId" clId="{31712FD7-FA85-48BA-9D35-5382388CFC74}" dt="2026-01-19T17:27:33.133" v="1"/>
          <ac:spMkLst>
            <pc:docMk/>
            <pc:sldMk cId="1293250519" sldId="265"/>
            <ac:spMk id="2" creationId="{3CAC351A-17F6-2C4F-F129-20E120ACBC11}"/>
          </ac:spMkLst>
        </pc:spChg>
        <pc:spChg chg="mod">
          <ac:chgData name="Žydrūnė Kelpšaitė" userId="e943768126acec1d" providerId="LiveId" clId="{31712FD7-FA85-48BA-9D35-5382388CFC74}" dt="2026-01-20T07:05:48.277" v="336" actId="14100"/>
          <ac:spMkLst>
            <pc:docMk/>
            <pc:sldMk cId="1293250519" sldId="265"/>
            <ac:spMk id="3" creationId="{401BF806-5540-9E2A-3A80-C716CC8CE2F3}"/>
          </ac:spMkLst>
        </pc:spChg>
        <pc:spChg chg="add mod">
          <ac:chgData name="Žydrūnė Kelpšaitė" userId="e943768126acec1d" providerId="LiveId" clId="{31712FD7-FA85-48BA-9D35-5382388CFC74}" dt="2026-02-10T12:03:24.827" v="535" actId="13926"/>
          <ac:spMkLst>
            <pc:docMk/>
            <pc:sldMk cId="1293250519" sldId="265"/>
            <ac:spMk id="5" creationId="{94218F8A-43E3-DB71-2478-EB1D135345B9}"/>
          </ac:spMkLst>
        </pc:spChg>
        <pc:picChg chg="mod">
          <ac:chgData name="Žydrūnė Kelpšaitė" userId="e943768126acec1d" providerId="LiveId" clId="{31712FD7-FA85-48BA-9D35-5382388CFC74}" dt="2026-01-20T07:05:44.216" v="335" actId="1076"/>
          <ac:picMkLst>
            <pc:docMk/>
            <pc:sldMk cId="1293250519" sldId="265"/>
            <ac:picMk id="6" creationId="{5E7C9F97-1564-0B8F-362B-38F975F2A542}"/>
          </ac:picMkLst>
        </pc:picChg>
      </pc:sldChg>
      <pc:sldChg chg="addSp modSp mod">
        <pc:chgData name="Žydrūnė Kelpšaitė" userId="e943768126acec1d" providerId="LiveId" clId="{31712FD7-FA85-48BA-9D35-5382388CFC74}" dt="2026-02-10T12:05:52.154" v="536" actId="14100"/>
        <pc:sldMkLst>
          <pc:docMk/>
          <pc:sldMk cId="113808515" sldId="266"/>
        </pc:sldMkLst>
        <pc:spChg chg="mod">
          <ac:chgData name="Žydrūnė Kelpšaitė" userId="e943768126acec1d" providerId="LiveId" clId="{31712FD7-FA85-48BA-9D35-5382388CFC74}" dt="2026-01-19T17:27:33.133" v="1"/>
          <ac:spMkLst>
            <pc:docMk/>
            <pc:sldMk cId="113808515" sldId="266"/>
            <ac:spMk id="2" creationId="{E7FF767B-8F0E-6BB8-FDE2-17E266D3CA25}"/>
          </ac:spMkLst>
        </pc:spChg>
        <pc:spChg chg="mod">
          <ac:chgData name="Žydrūnė Kelpšaitė" userId="e943768126acec1d" providerId="LiveId" clId="{31712FD7-FA85-48BA-9D35-5382388CFC74}" dt="2026-01-20T07:07:06.550" v="371"/>
          <ac:spMkLst>
            <pc:docMk/>
            <pc:sldMk cId="113808515" sldId="266"/>
            <ac:spMk id="3" creationId="{330729A4-7D57-0F24-8F5A-694466070658}"/>
          </ac:spMkLst>
        </pc:spChg>
        <pc:spChg chg="add mod">
          <ac:chgData name="Žydrūnė Kelpšaitė" userId="e943768126acec1d" providerId="LiveId" clId="{31712FD7-FA85-48BA-9D35-5382388CFC74}" dt="2026-02-10T12:05:52.154" v="536" actId="14100"/>
          <ac:spMkLst>
            <pc:docMk/>
            <pc:sldMk cId="113808515" sldId="266"/>
            <ac:spMk id="6" creationId="{77786CDE-1BE7-5290-E170-22B7C9AFD1C1}"/>
          </ac:spMkLst>
        </pc:spChg>
        <pc:picChg chg="mod">
          <ac:chgData name="Žydrūnė Kelpšaitė" userId="e943768126acec1d" providerId="LiveId" clId="{31712FD7-FA85-48BA-9D35-5382388CFC74}" dt="2026-01-20T07:06:51.388" v="366" actId="1076"/>
          <ac:picMkLst>
            <pc:docMk/>
            <pc:sldMk cId="113808515" sldId="266"/>
            <ac:picMk id="5" creationId="{3C963FD9-30DD-EE38-362E-340FAFECA723}"/>
          </ac:picMkLst>
        </pc:picChg>
      </pc:sldChg>
      <pc:sldChg chg="addSp modSp mod">
        <pc:chgData name="Žydrūnė Kelpšaitė" userId="e943768126acec1d" providerId="LiveId" clId="{31712FD7-FA85-48BA-9D35-5382388CFC74}" dt="2026-02-10T12:08:00.840" v="537" actId="13926"/>
        <pc:sldMkLst>
          <pc:docMk/>
          <pc:sldMk cId="540744978" sldId="267"/>
        </pc:sldMkLst>
        <pc:spChg chg="mod">
          <ac:chgData name="Žydrūnė Kelpšaitė" userId="e943768126acec1d" providerId="LiveId" clId="{31712FD7-FA85-48BA-9D35-5382388CFC74}" dt="2026-01-19T17:27:33.133" v="1"/>
          <ac:spMkLst>
            <pc:docMk/>
            <pc:sldMk cId="540744978" sldId="267"/>
            <ac:spMk id="2" creationId="{969CCCEB-861B-B5F3-6A83-31E7C89B0832}"/>
          </ac:spMkLst>
        </pc:spChg>
        <pc:spChg chg="mod">
          <ac:chgData name="Žydrūnė Kelpšaitė" userId="e943768126acec1d" providerId="LiveId" clId="{31712FD7-FA85-48BA-9D35-5382388CFC74}" dt="2026-02-10T12:08:00.840" v="537" actId="13926"/>
          <ac:spMkLst>
            <pc:docMk/>
            <pc:sldMk cId="540744978" sldId="267"/>
            <ac:spMk id="3" creationId="{7A54BE38-35D8-0098-97BC-AD805F119A20}"/>
          </ac:spMkLst>
        </pc:spChg>
        <pc:spChg chg="add mod">
          <ac:chgData name="Žydrūnė Kelpšaitė" userId="e943768126acec1d" providerId="LiveId" clId="{31712FD7-FA85-48BA-9D35-5382388CFC74}" dt="2026-01-20T07:08:14.811" v="383" actId="1076"/>
          <ac:spMkLst>
            <pc:docMk/>
            <pc:sldMk cId="540744978" sldId="267"/>
            <ac:spMk id="5" creationId="{DB3AA603-69E9-3D4F-714D-64BF9E8E4E76}"/>
          </ac:spMkLst>
        </pc:spChg>
      </pc:sldChg>
      <pc:sldChg chg="addSp modSp mod">
        <pc:chgData name="Žydrūnė Kelpšaitė" userId="e943768126acec1d" providerId="LiveId" clId="{31712FD7-FA85-48BA-9D35-5382388CFC74}" dt="2026-02-10T12:00:38.695" v="533" actId="1076"/>
        <pc:sldMkLst>
          <pc:docMk/>
          <pc:sldMk cId="107094686" sldId="268"/>
        </pc:sldMkLst>
        <pc:spChg chg="mod">
          <ac:chgData name="Žydrūnė Kelpšaitė" userId="e943768126acec1d" providerId="LiveId" clId="{31712FD7-FA85-48BA-9D35-5382388CFC74}" dt="2026-01-19T17:27:33.133" v="1"/>
          <ac:spMkLst>
            <pc:docMk/>
            <pc:sldMk cId="107094686" sldId="268"/>
            <ac:spMk id="2" creationId="{002095DE-29E3-DA6F-D186-0EF53D7D284C}"/>
          </ac:spMkLst>
        </pc:spChg>
        <pc:spChg chg="mod">
          <ac:chgData name="Žydrūnė Kelpšaitė" userId="e943768126acec1d" providerId="LiveId" clId="{31712FD7-FA85-48BA-9D35-5382388CFC74}" dt="2026-01-19T17:27:33.133" v="1"/>
          <ac:spMkLst>
            <pc:docMk/>
            <pc:sldMk cId="107094686" sldId="268"/>
            <ac:spMk id="3" creationId="{247922C6-E21D-8F84-9899-8F385DE2405C}"/>
          </ac:spMkLst>
        </pc:spChg>
        <pc:spChg chg="add mod">
          <ac:chgData name="Žydrūnė Kelpšaitė" userId="e943768126acec1d" providerId="LiveId" clId="{31712FD7-FA85-48BA-9D35-5382388CFC74}" dt="2026-02-10T12:00:38.695" v="533" actId="1076"/>
          <ac:spMkLst>
            <pc:docMk/>
            <pc:sldMk cId="107094686" sldId="268"/>
            <ac:spMk id="5" creationId="{AAE97DA4-A104-D435-6C21-2B9775EBA0C9}"/>
          </ac:spMkLst>
        </pc:spChg>
      </pc:sldChg>
      <pc:sldChg chg="modSp mod">
        <pc:chgData name="Žydrūnė Kelpšaitė" userId="e943768126acec1d" providerId="LiveId" clId="{31712FD7-FA85-48BA-9D35-5382388CFC74}" dt="2026-01-20T08:21:04.673" v="465" actId="113"/>
        <pc:sldMkLst>
          <pc:docMk/>
          <pc:sldMk cId="2975684892" sldId="269"/>
        </pc:sldMkLst>
        <pc:spChg chg="mod">
          <ac:chgData name="Žydrūnė Kelpšaitė" userId="e943768126acec1d" providerId="LiveId" clId="{31712FD7-FA85-48BA-9D35-5382388CFC74}" dt="2026-01-19T17:27:33.133" v="1"/>
          <ac:spMkLst>
            <pc:docMk/>
            <pc:sldMk cId="2975684892" sldId="269"/>
            <ac:spMk id="2" creationId="{E833CF9F-7264-9BF0-4D3C-7B8A0F6EFBBA}"/>
          </ac:spMkLst>
        </pc:spChg>
        <pc:spChg chg="mod">
          <ac:chgData name="Žydrūnė Kelpšaitė" userId="e943768126acec1d" providerId="LiveId" clId="{31712FD7-FA85-48BA-9D35-5382388CFC74}" dt="2026-01-20T08:21:04.673" v="465" actId="113"/>
          <ac:spMkLst>
            <pc:docMk/>
            <pc:sldMk cId="2975684892" sldId="269"/>
            <ac:spMk id="3" creationId="{40005B34-03A2-B4A0-7668-7DC9656D7B8F}"/>
          </ac:spMkLst>
        </pc:spChg>
        <pc:picChg chg="mod">
          <ac:chgData name="Žydrūnė Kelpšaitė" userId="e943768126acec1d" providerId="LiveId" clId="{31712FD7-FA85-48BA-9D35-5382388CFC74}" dt="2026-01-20T07:08:47.483" v="388" actId="1076"/>
          <ac:picMkLst>
            <pc:docMk/>
            <pc:sldMk cId="2975684892" sldId="269"/>
            <ac:picMk id="5" creationId="{FB732262-0848-55C4-B110-855A0EA25592}"/>
          </ac:picMkLst>
        </pc:picChg>
      </pc:sldChg>
      <pc:sldChg chg="modSp mod">
        <pc:chgData name="Žydrūnė Kelpšaitė" userId="e943768126acec1d" providerId="LiveId" clId="{31712FD7-FA85-48BA-9D35-5382388CFC74}" dt="2026-01-20T08:22:13.859" v="466" actId="13926"/>
        <pc:sldMkLst>
          <pc:docMk/>
          <pc:sldMk cId="2372334742" sldId="270"/>
        </pc:sldMkLst>
        <pc:spChg chg="mod">
          <ac:chgData name="Žydrūnė Kelpšaitė" userId="e943768126acec1d" providerId="LiveId" clId="{31712FD7-FA85-48BA-9D35-5382388CFC74}" dt="2026-01-19T17:27:33.133" v="1"/>
          <ac:spMkLst>
            <pc:docMk/>
            <pc:sldMk cId="2372334742" sldId="270"/>
            <ac:spMk id="2" creationId="{9E9A9FE8-8A25-C468-2142-BD28994679FA}"/>
          </ac:spMkLst>
        </pc:spChg>
        <pc:spChg chg="mod">
          <ac:chgData name="Žydrūnė Kelpšaitė" userId="e943768126acec1d" providerId="LiveId" clId="{31712FD7-FA85-48BA-9D35-5382388CFC74}" dt="2026-01-20T08:22:13.859" v="466" actId="13926"/>
          <ac:spMkLst>
            <pc:docMk/>
            <pc:sldMk cId="2372334742" sldId="270"/>
            <ac:spMk id="3" creationId="{9605583F-D4EC-4453-BA6A-C4215B9992B7}"/>
          </ac:spMkLst>
        </pc:spChg>
        <pc:picChg chg="mod">
          <ac:chgData name="Žydrūnė Kelpšaitė" userId="e943768126acec1d" providerId="LiveId" clId="{31712FD7-FA85-48BA-9D35-5382388CFC74}" dt="2026-01-20T07:09:23.463" v="395" actId="1076"/>
          <ac:picMkLst>
            <pc:docMk/>
            <pc:sldMk cId="2372334742" sldId="270"/>
            <ac:picMk id="7" creationId="{02D9F885-D913-0CB3-89A3-8154792A2C9C}"/>
          </ac:picMkLst>
        </pc:picChg>
      </pc:sldChg>
      <pc:sldChg chg="modSp mod">
        <pc:chgData name="Žydrūnė Kelpšaitė" userId="e943768126acec1d" providerId="LiveId" clId="{31712FD7-FA85-48BA-9D35-5382388CFC74}" dt="2026-02-10T12:11:19.721" v="538" actId="13926"/>
        <pc:sldMkLst>
          <pc:docMk/>
          <pc:sldMk cId="797951358" sldId="271"/>
        </pc:sldMkLst>
        <pc:spChg chg="mod">
          <ac:chgData name="Žydrūnė Kelpšaitė" userId="e943768126acec1d" providerId="LiveId" clId="{31712FD7-FA85-48BA-9D35-5382388CFC74}" dt="2026-01-19T17:27:33.133" v="1"/>
          <ac:spMkLst>
            <pc:docMk/>
            <pc:sldMk cId="797951358" sldId="271"/>
            <ac:spMk id="2" creationId="{96DE4F9D-2810-96D8-F54B-9631EDC1D463}"/>
          </ac:spMkLst>
        </pc:spChg>
        <pc:spChg chg="mod">
          <ac:chgData name="Žydrūnė Kelpšaitė" userId="e943768126acec1d" providerId="LiveId" clId="{31712FD7-FA85-48BA-9D35-5382388CFC74}" dt="2026-02-10T12:11:19.721" v="538" actId="13926"/>
          <ac:spMkLst>
            <pc:docMk/>
            <pc:sldMk cId="797951358" sldId="271"/>
            <ac:spMk id="3" creationId="{FE5DEE88-0A97-310D-7413-1464DFF19E06}"/>
          </ac:spMkLst>
        </pc:spChg>
        <pc:picChg chg="mod">
          <ac:chgData name="Žydrūnė Kelpšaitė" userId="e943768126acec1d" providerId="LiveId" clId="{31712FD7-FA85-48BA-9D35-5382388CFC74}" dt="2026-01-20T07:10:31.398" v="405" actId="1076"/>
          <ac:picMkLst>
            <pc:docMk/>
            <pc:sldMk cId="797951358" sldId="271"/>
            <ac:picMk id="5" creationId="{2DB90827-16A7-9D4D-B74A-6F04B13A876D}"/>
          </ac:picMkLst>
        </pc:picChg>
      </pc:sldChg>
      <pc:sldChg chg="modSp mod">
        <pc:chgData name="Žydrūnė Kelpšaitė" userId="e943768126acec1d" providerId="LiveId" clId="{31712FD7-FA85-48BA-9D35-5382388CFC74}" dt="2026-01-20T08:22:23.819" v="467" actId="20577"/>
        <pc:sldMkLst>
          <pc:docMk/>
          <pc:sldMk cId="3796651316" sldId="272"/>
        </pc:sldMkLst>
        <pc:spChg chg="mod">
          <ac:chgData name="Žydrūnė Kelpšaitė" userId="e943768126acec1d" providerId="LiveId" clId="{31712FD7-FA85-48BA-9D35-5382388CFC74}" dt="2026-01-19T17:27:33.133" v="1"/>
          <ac:spMkLst>
            <pc:docMk/>
            <pc:sldMk cId="3796651316" sldId="272"/>
            <ac:spMk id="2" creationId="{0C8C8F74-FD9E-0434-1BF8-304C76379CAB}"/>
          </ac:spMkLst>
        </pc:spChg>
        <pc:spChg chg="mod">
          <ac:chgData name="Žydrūnė Kelpšaitė" userId="e943768126acec1d" providerId="LiveId" clId="{31712FD7-FA85-48BA-9D35-5382388CFC74}" dt="2026-01-20T08:22:23.819" v="467" actId="20577"/>
          <ac:spMkLst>
            <pc:docMk/>
            <pc:sldMk cId="3796651316" sldId="272"/>
            <ac:spMk id="3" creationId="{4811A3FE-177E-993A-4EAC-ECAEB3FC780F}"/>
          </ac:spMkLst>
        </pc:spChg>
        <pc:picChg chg="mod">
          <ac:chgData name="Žydrūnė Kelpšaitė" userId="e943768126acec1d" providerId="LiveId" clId="{31712FD7-FA85-48BA-9D35-5382388CFC74}" dt="2026-01-20T07:09:54.008" v="400" actId="1076"/>
          <ac:picMkLst>
            <pc:docMk/>
            <pc:sldMk cId="3796651316" sldId="272"/>
            <ac:picMk id="5" creationId="{B9C13C64-E571-5E43-D5CF-79A8FFB22E45}"/>
          </ac:picMkLst>
        </pc:picChg>
      </pc:sldChg>
      <pc:sldChg chg="addSp modSp mod">
        <pc:chgData name="Žydrūnė Kelpšaitė" userId="e943768126acec1d" providerId="LiveId" clId="{31712FD7-FA85-48BA-9D35-5382388CFC74}" dt="2026-01-20T09:47:26.153" v="473" actId="1076"/>
        <pc:sldMkLst>
          <pc:docMk/>
          <pc:sldMk cId="2296593232" sldId="273"/>
        </pc:sldMkLst>
        <pc:spChg chg="add mod">
          <ac:chgData name="Žydrūnė Kelpšaitė" userId="e943768126acec1d" providerId="LiveId" clId="{31712FD7-FA85-48BA-9D35-5382388CFC74}" dt="2026-01-20T07:13:13.570" v="426" actId="1076"/>
          <ac:spMkLst>
            <pc:docMk/>
            <pc:sldMk cId="2296593232" sldId="273"/>
            <ac:spMk id="3" creationId="{E2E24337-3911-C024-39DE-2F6BD610AC0F}"/>
          </ac:spMkLst>
        </pc:spChg>
        <pc:spChg chg="add mod">
          <ac:chgData name="Žydrūnė Kelpšaitė" userId="e943768126acec1d" providerId="LiveId" clId="{31712FD7-FA85-48BA-9D35-5382388CFC74}" dt="2026-01-20T09:45:26.788" v="469" actId="13926"/>
          <ac:spMkLst>
            <pc:docMk/>
            <pc:sldMk cId="2296593232" sldId="273"/>
            <ac:spMk id="6" creationId="{49AFBD25-81CE-CAD6-17D6-96498BA2C098}"/>
          </ac:spMkLst>
        </pc:spChg>
        <pc:spChg chg="add mod">
          <ac:chgData name="Žydrūnė Kelpšaitė" userId="e943768126acec1d" providerId="LiveId" clId="{31712FD7-FA85-48BA-9D35-5382388CFC74}" dt="2026-01-20T09:47:26.153" v="473" actId="1076"/>
          <ac:spMkLst>
            <pc:docMk/>
            <pc:sldMk cId="2296593232" sldId="273"/>
            <ac:spMk id="8" creationId="{11338AD5-2597-CEAF-16B8-2A55062871BB}"/>
          </ac:spMkLst>
        </pc:spChg>
        <pc:picChg chg="mod">
          <ac:chgData name="Žydrūnė Kelpšaitė" userId="e943768126acec1d" providerId="LiveId" clId="{31712FD7-FA85-48BA-9D35-5382388CFC74}" dt="2026-01-20T07:11:25.445" v="407" actId="14100"/>
          <ac:picMkLst>
            <pc:docMk/>
            <pc:sldMk cId="2296593232" sldId="273"/>
            <ac:picMk id="5" creationId="{B24947CE-8867-DCB0-6E2F-3C016232CFFC}"/>
          </ac:picMkLst>
        </pc:picChg>
      </pc:sldChg>
      <pc:sldChg chg="modSp mod">
        <pc:chgData name="Žydrūnė Kelpšaitė" userId="e943768126acec1d" providerId="LiveId" clId="{31712FD7-FA85-48BA-9D35-5382388CFC74}" dt="2026-01-20T07:14:32.453" v="432" actId="113"/>
        <pc:sldMkLst>
          <pc:docMk/>
          <pc:sldMk cId="2389050371" sldId="274"/>
        </pc:sldMkLst>
        <pc:spChg chg="mod">
          <ac:chgData name="Žydrūnė Kelpšaitė" userId="e943768126acec1d" providerId="LiveId" clId="{31712FD7-FA85-48BA-9D35-5382388CFC74}" dt="2026-01-19T17:27:33.133" v="1"/>
          <ac:spMkLst>
            <pc:docMk/>
            <pc:sldMk cId="2389050371" sldId="274"/>
            <ac:spMk id="2" creationId="{E7009825-6E87-A841-F216-8E0E06953D98}"/>
          </ac:spMkLst>
        </pc:spChg>
        <pc:spChg chg="mod">
          <ac:chgData name="Žydrūnė Kelpšaitė" userId="e943768126acec1d" providerId="LiveId" clId="{31712FD7-FA85-48BA-9D35-5382388CFC74}" dt="2026-01-20T07:14:32.453" v="432" actId="113"/>
          <ac:spMkLst>
            <pc:docMk/>
            <pc:sldMk cId="2389050371" sldId="274"/>
            <ac:spMk id="3" creationId="{005DA777-F2B5-8CDF-D4FC-0D497F55CC41}"/>
          </ac:spMkLst>
        </pc:spChg>
      </pc:sldChg>
      <pc:sldChg chg="modSp mod">
        <pc:chgData name="Žydrūnė Kelpšaitė" userId="e943768126acec1d" providerId="LiveId" clId="{31712FD7-FA85-48BA-9D35-5382388CFC74}" dt="2026-01-20T07:15:08.869" v="437" actId="113"/>
        <pc:sldMkLst>
          <pc:docMk/>
          <pc:sldMk cId="116255544" sldId="275"/>
        </pc:sldMkLst>
        <pc:spChg chg="mod">
          <ac:chgData name="Žydrūnė Kelpšaitė" userId="e943768126acec1d" providerId="LiveId" clId="{31712FD7-FA85-48BA-9D35-5382388CFC74}" dt="2026-01-19T17:27:33.133" v="1"/>
          <ac:spMkLst>
            <pc:docMk/>
            <pc:sldMk cId="116255544" sldId="275"/>
            <ac:spMk id="2" creationId="{27F421FC-7725-F15E-AD6D-B2B9D5722466}"/>
          </ac:spMkLst>
        </pc:spChg>
        <pc:spChg chg="mod">
          <ac:chgData name="Žydrūnė Kelpšaitė" userId="e943768126acec1d" providerId="LiveId" clId="{31712FD7-FA85-48BA-9D35-5382388CFC74}" dt="2026-01-20T07:15:08.869" v="437" actId="113"/>
          <ac:spMkLst>
            <pc:docMk/>
            <pc:sldMk cId="116255544" sldId="275"/>
            <ac:spMk id="3" creationId="{720B5730-F369-51D1-F8F6-F6AEECBE65C7}"/>
          </ac:spMkLst>
        </pc:spChg>
      </pc:sldChg>
      <pc:sldChg chg="modSp mod">
        <pc:chgData name="Žydrūnė Kelpšaitė" userId="e943768126acec1d" providerId="LiveId" clId="{31712FD7-FA85-48BA-9D35-5382388CFC74}" dt="2026-02-10T12:20:31.812" v="543" actId="13926"/>
        <pc:sldMkLst>
          <pc:docMk/>
          <pc:sldMk cId="3679429670" sldId="276"/>
        </pc:sldMkLst>
        <pc:spChg chg="mod">
          <ac:chgData name="Žydrūnė Kelpšaitė" userId="e943768126acec1d" providerId="LiveId" clId="{31712FD7-FA85-48BA-9D35-5382388CFC74}" dt="2026-01-19T17:27:33.133" v="1"/>
          <ac:spMkLst>
            <pc:docMk/>
            <pc:sldMk cId="3679429670" sldId="276"/>
            <ac:spMk id="2" creationId="{B785AAEA-F6ED-5432-AF81-524EC32A77E5}"/>
          </ac:spMkLst>
        </pc:spChg>
        <pc:spChg chg="mod">
          <ac:chgData name="Žydrūnė Kelpšaitė" userId="e943768126acec1d" providerId="LiveId" clId="{31712FD7-FA85-48BA-9D35-5382388CFC74}" dt="2026-02-10T12:20:31.812" v="543" actId="13926"/>
          <ac:spMkLst>
            <pc:docMk/>
            <pc:sldMk cId="3679429670" sldId="276"/>
            <ac:spMk id="3" creationId="{BF43D4AE-564A-0323-9042-11828FC1A051}"/>
          </ac:spMkLst>
        </pc:spChg>
      </pc:sldChg>
      <pc:sldChg chg="modSp new mod">
        <pc:chgData name="Žydrūnė Kelpšaitė" userId="e943768126acec1d" providerId="LiveId" clId="{31712FD7-FA85-48BA-9D35-5382388CFC74}" dt="2026-02-10T11:40:42.745" v="520" actId="13926"/>
        <pc:sldMkLst>
          <pc:docMk/>
          <pc:sldMk cId="516368076" sldId="277"/>
        </pc:sldMkLst>
        <pc:spChg chg="mod">
          <ac:chgData name="Žydrūnė Kelpšaitė" userId="e943768126acec1d" providerId="LiveId" clId="{31712FD7-FA85-48BA-9D35-5382388CFC74}" dt="2026-01-20T06:45:22.653" v="79"/>
          <ac:spMkLst>
            <pc:docMk/>
            <pc:sldMk cId="516368076" sldId="277"/>
            <ac:spMk id="2" creationId="{C5FFCDE1-9169-59AA-F088-EBDB835E4AAF}"/>
          </ac:spMkLst>
        </pc:spChg>
        <pc:spChg chg="mod">
          <ac:chgData name="Žydrūnė Kelpšaitė" userId="e943768126acec1d" providerId="LiveId" clId="{31712FD7-FA85-48BA-9D35-5382388CFC74}" dt="2026-02-10T11:40:42.745" v="520" actId="13926"/>
          <ac:spMkLst>
            <pc:docMk/>
            <pc:sldMk cId="516368076" sldId="277"/>
            <ac:spMk id="3" creationId="{4CEEA278-1972-AB2F-F56F-D51C0404FAF3}"/>
          </ac:spMkLst>
        </pc:spChg>
      </pc:sldChg>
      <pc:sldChg chg="modSp new mod modNotesTx">
        <pc:chgData name="Žydrūnė Kelpšaitė" userId="e943768126acec1d" providerId="LiveId" clId="{31712FD7-FA85-48BA-9D35-5382388CFC74}" dt="2026-02-10T11:47:37.630" v="527" actId="13926"/>
        <pc:sldMkLst>
          <pc:docMk/>
          <pc:sldMk cId="3137125373" sldId="278"/>
        </pc:sldMkLst>
        <pc:spChg chg="mod">
          <ac:chgData name="Žydrūnė Kelpšaitė" userId="e943768126acec1d" providerId="LiveId" clId="{31712FD7-FA85-48BA-9D35-5382388CFC74}" dt="2026-02-10T11:47:37.630" v="527" actId="13926"/>
          <ac:spMkLst>
            <pc:docMk/>
            <pc:sldMk cId="3137125373" sldId="278"/>
            <ac:spMk id="2" creationId="{8C2A418D-8D7C-FA46-F9C8-C3E4616481C0}"/>
          </ac:spMkLst>
        </pc:spChg>
        <pc:spChg chg="mod">
          <ac:chgData name="Žydrūnė Kelpšaitė" userId="e943768126acec1d" providerId="LiveId" clId="{31712FD7-FA85-48BA-9D35-5382388CFC74}" dt="2026-01-20T06:47:14.830" v="144" actId="20577"/>
          <ac:spMkLst>
            <pc:docMk/>
            <pc:sldMk cId="3137125373" sldId="278"/>
            <ac:spMk id="3" creationId="{FF13B625-6971-B1FC-7F48-6D0043F3CA91}"/>
          </ac:spMkLst>
        </pc:spChg>
      </pc:sldChg>
      <pc:sldChg chg="modSp new mod">
        <pc:chgData name="Žydrūnė Kelpšaitė" userId="e943768126acec1d" providerId="LiveId" clId="{31712FD7-FA85-48BA-9D35-5382388CFC74}" dt="2026-01-20T06:51:15.119" v="187" actId="20577"/>
        <pc:sldMkLst>
          <pc:docMk/>
          <pc:sldMk cId="558157305" sldId="279"/>
        </pc:sldMkLst>
        <pc:spChg chg="mod">
          <ac:chgData name="Žydrūnė Kelpšaitė" userId="e943768126acec1d" providerId="LiveId" clId="{31712FD7-FA85-48BA-9D35-5382388CFC74}" dt="2026-01-20T06:51:15.119" v="187" actId="20577"/>
          <ac:spMkLst>
            <pc:docMk/>
            <pc:sldMk cId="558157305" sldId="279"/>
            <ac:spMk id="2" creationId="{AD50C399-B501-5E61-335E-65E15B8B82F5}"/>
          </ac:spMkLst>
        </pc:spChg>
        <pc:spChg chg="mod">
          <ac:chgData name="Žydrūnė Kelpšaitė" userId="e943768126acec1d" providerId="LiveId" clId="{31712FD7-FA85-48BA-9D35-5382388CFC74}" dt="2026-01-20T06:50:41.303" v="172" actId="5793"/>
          <ac:spMkLst>
            <pc:docMk/>
            <pc:sldMk cId="558157305" sldId="279"/>
            <ac:spMk id="3" creationId="{0F891356-45EC-07C0-7472-2D840A642FF9}"/>
          </ac:spMkLst>
        </pc:spChg>
      </pc:sldChg>
      <pc:sldChg chg="modSp new mod">
        <pc:chgData name="Žydrūnė Kelpšaitė" userId="e943768126acec1d" providerId="LiveId" clId="{31712FD7-FA85-48BA-9D35-5382388CFC74}" dt="2026-01-20T06:52:02.980" v="202" actId="5793"/>
        <pc:sldMkLst>
          <pc:docMk/>
          <pc:sldMk cId="1079068373" sldId="280"/>
        </pc:sldMkLst>
        <pc:spChg chg="mod">
          <ac:chgData name="Žydrūnė Kelpšaitė" userId="e943768126acec1d" providerId="LiveId" clId="{31712FD7-FA85-48BA-9D35-5382388CFC74}" dt="2026-01-20T06:51:32.957" v="197" actId="20577"/>
          <ac:spMkLst>
            <pc:docMk/>
            <pc:sldMk cId="1079068373" sldId="280"/>
            <ac:spMk id="2" creationId="{AEDCBDCD-FD80-E319-DD5F-97A7A2677A60}"/>
          </ac:spMkLst>
        </pc:spChg>
        <pc:spChg chg="mod">
          <ac:chgData name="Žydrūnė Kelpšaitė" userId="e943768126acec1d" providerId="LiveId" clId="{31712FD7-FA85-48BA-9D35-5382388CFC74}" dt="2026-01-20T06:52:02.980" v="202" actId="5793"/>
          <ac:spMkLst>
            <pc:docMk/>
            <pc:sldMk cId="1079068373" sldId="280"/>
            <ac:spMk id="3" creationId="{4C6DA7CE-414D-CA72-C370-059A4E345D4E}"/>
          </ac:spMkLst>
        </pc:spChg>
      </pc:sldChg>
      <pc:sldChg chg="modSp new mod">
        <pc:chgData name="Žydrūnė Kelpšaitė" userId="e943768126acec1d" providerId="LiveId" clId="{31712FD7-FA85-48BA-9D35-5382388CFC74}" dt="2026-02-10T11:52:27.960" v="528" actId="13926"/>
        <pc:sldMkLst>
          <pc:docMk/>
          <pc:sldMk cId="2164404732" sldId="281"/>
        </pc:sldMkLst>
        <pc:spChg chg="mod">
          <ac:chgData name="Žydrūnė Kelpšaitė" userId="e943768126acec1d" providerId="LiveId" clId="{31712FD7-FA85-48BA-9D35-5382388CFC74}" dt="2026-01-20T06:55:38.544" v="241" actId="20577"/>
          <ac:spMkLst>
            <pc:docMk/>
            <pc:sldMk cId="2164404732" sldId="281"/>
            <ac:spMk id="2" creationId="{05E4B1AC-455F-2606-30CE-FF28702D62F6}"/>
          </ac:spMkLst>
        </pc:spChg>
        <pc:spChg chg="mod">
          <ac:chgData name="Žydrūnė Kelpšaitė" userId="e943768126acec1d" providerId="LiveId" clId="{31712FD7-FA85-48BA-9D35-5382388CFC74}" dt="2026-02-10T11:52:27.960" v="528" actId="13926"/>
          <ac:spMkLst>
            <pc:docMk/>
            <pc:sldMk cId="2164404732" sldId="281"/>
            <ac:spMk id="3" creationId="{34424482-FFC7-4676-24DE-B3A2C5D0FCD4}"/>
          </ac:spMkLst>
        </pc:spChg>
      </pc:sldChg>
      <pc:sldChg chg="modSp new mod">
        <pc:chgData name="Žydrūnė Kelpšaitė" userId="e943768126acec1d" providerId="LiveId" clId="{31712FD7-FA85-48BA-9D35-5382388CFC74}" dt="2026-02-10T11:52:56.501" v="529" actId="13926"/>
        <pc:sldMkLst>
          <pc:docMk/>
          <pc:sldMk cId="255193184" sldId="282"/>
        </pc:sldMkLst>
        <pc:spChg chg="mod">
          <ac:chgData name="Žydrūnė Kelpšaitė" userId="e943768126acec1d" providerId="LiveId" clId="{31712FD7-FA85-48BA-9D35-5382388CFC74}" dt="2026-01-20T06:55:51.395" v="251" actId="20577"/>
          <ac:spMkLst>
            <pc:docMk/>
            <pc:sldMk cId="255193184" sldId="282"/>
            <ac:spMk id="2" creationId="{16B742AA-4B91-D5F0-001C-451A91701B88}"/>
          </ac:spMkLst>
        </pc:spChg>
        <pc:spChg chg="mod">
          <ac:chgData name="Žydrūnė Kelpšaitė" userId="e943768126acec1d" providerId="LiveId" clId="{31712FD7-FA85-48BA-9D35-5382388CFC74}" dt="2026-02-10T11:52:56.501" v="529" actId="13926"/>
          <ac:spMkLst>
            <pc:docMk/>
            <pc:sldMk cId="255193184" sldId="282"/>
            <ac:spMk id="3" creationId="{1CDB4E73-0A58-015F-B9DA-F0D5E7583CE7}"/>
          </ac:spMkLst>
        </pc:spChg>
      </pc:sldChg>
      <pc:sldChg chg="modSp new mod">
        <pc:chgData name="Žydrūnė Kelpšaitė" userId="e943768126acec1d" providerId="LiveId" clId="{31712FD7-FA85-48BA-9D35-5382388CFC74}" dt="2026-01-20T06:57:41.159" v="269" actId="13926"/>
        <pc:sldMkLst>
          <pc:docMk/>
          <pc:sldMk cId="3746566929" sldId="283"/>
        </pc:sldMkLst>
        <pc:spChg chg="mod">
          <ac:chgData name="Žydrūnė Kelpšaitė" userId="e943768126acec1d" providerId="LiveId" clId="{31712FD7-FA85-48BA-9D35-5382388CFC74}" dt="2026-01-20T06:56:59.876" v="262"/>
          <ac:spMkLst>
            <pc:docMk/>
            <pc:sldMk cId="3746566929" sldId="283"/>
            <ac:spMk id="2" creationId="{4B5C1326-BA05-9B67-D085-0B1E75858D0A}"/>
          </ac:spMkLst>
        </pc:spChg>
        <pc:spChg chg="mod">
          <ac:chgData name="Žydrūnė Kelpšaitė" userId="e943768126acec1d" providerId="LiveId" clId="{31712FD7-FA85-48BA-9D35-5382388CFC74}" dt="2026-01-20T06:57:41.159" v="269" actId="13926"/>
          <ac:spMkLst>
            <pc:docMk/>
            <pc:sldMk cId="3746566929" sldId="283"/>
            <ac:spMk id="3" creationId="{72F7C931-5399-0672-FFAD-FDFFA5B62886}"/>
          </ac:spMkLst>
        </pc:spChg>
      </pc:sldChg>
      <pc:sldChg chg="modSp new mod ord">
        <pc:chgData name="Žydrūnė Kelpšaitė" userId="e943768126acec1d" providerId="LiveId" clId="{31712FD7-FA85-48BA-9D35-5382388CFC74}" dt="2026-02-10T12:12:01.588" v="541" actId="5793"/>
        <pc:sldMkLst>
          <pc:docMk/>
          <pc:sldMk cId="85805016" sldId="284"/>
        </pc:sldMkLst>
        <pc:spChg chg="mod">
          <ac:chgData name="Žydrūnė Kelpšaitė" userId="e943768126acec1d" providerId="LiveId" clId="{31712FD7-FA85-48BA-9D35-5382388CFC74}" dt="2026-01-20T07:17:55.788" v="446"/>
          <ac:spMkLst>
            <pc:docMk/>
            <pc:sldMk cId="85805016" sldId="284"/>
            <ac:spMk id="2" creationId="{2EECC7E5-BBB8-697B-C60E-43E138BCFB8A}"/>
          </ac:spMkLst>
        </pc:spChg>
        <pc:spChg chg="mod">
          <ac:chgData name="Žydrūnė Kelpšaitė" userId="e943768126acec1d" providerId="LiveId" clId="{31712FD7-FA85-48BA-9D35-5382388CFC74}" dt="2026-02-10T12:12:01.588" v="541" actId="5793"/>
          <ac:spMkLst>
            <pc:docMk/>
            <pc:sldMk cId="85805016" sldId="284"/>
            <ac:spMk id="3" creationId="{E95F57BB-C320-3ECC-9B19-116BDA66B25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Antraštės vietos rezervavimo ženklas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lt-LT"/>
          </a:p>
        </p:txBody>
      </p:sp>
      <p:sp>
        <p:nvSpPr>
          <p:cNvPr id="3" name="Datos vietos rezervavimo ženklas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1E9AA0-CCEC-4441-BE6A-F4E3DEFBCFCA}" type="datetimeFigureOut">
              <a:rPr lang="lt-LT" smtClean="0"/>
              <a:t>2026-02-10</a:t>
            </a:fld>
            <a:endParaRPr lang="lt-LT"/>
          </a:p>
        </p:txBody>
      </p:sp>
      <p:sp>
        <p:nvSpPr>
          <p:cNvPr id="4" name="Skaidrės vaizdo vietos rezervavimo ženkla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lt-LT"/>
          </a:p>
        </p:txBody>
      </p:sp>
      <p:sp>
        <p:nvSpPr>
          <p:cNvPr id="5" name="Pastabų vietos rezervavimo ženkl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lt-LT"/>
              <a:t>Spustelėkite, kad galėtumėte redaguoti šablono teksto stilius</a:t>
            </a:r>
          </a:p>
          <a:p>
            <a:pPr lvl="1"/>
            <a:r>
              <a:rPr lang="lt-LT"/>
              <a:t>Antras lygis</a:t>
            </a:r>
          </a:p>
          <a:p>
            <a:pPr lvl="2"/>
            <a:r>
              <a:rPr lang="lt-LT"/>
              <a:t>Trečias lygis</a:t>
            </a:r>
          </a:p>
          <a:p>
            <a:pPr lvl="3"/>
            <a:r>
              <a:rPr lang="lt-LT"/>
              <a:t>Ketvirtas lygis</a:t>
            </a:r>
          </a:p>
          <a:p>
            <a:pPr lvl="4"/>
            <a:r>
              <a:rPr lang="lt-LT"/>
              <a:t>Penktas lygis</a:t>
            </a:r>
          </a:p>
        </p:txBody>
      </p:sp>
      <p:sp>
        <p:nvSpPr>
          <p:cNvPr id="6" name="Poraštės vietos rezervavimo ženklas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lt-LT"/>
          </a:p>
        </p:txBody>
      </p:sp>
      <p:sp>
        <p:nvSpPr>
          <p:cNvPr id="7" name="Skaidrės numerio vietos rezervavimo ženklas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34C0C8-5711-412D-8052-94418AE3B111}" type="slidenum">
              <a:rPr lang="lt-LT" smtClean="0"/>
              <a:t>‹#›</a:t>
            </a:fld>
            <a:endParaRPr lang="lt-LT"/>
          </a:p>
        </p:txBody>
      </p:sp>
    </p:spTree>
    <p:extLst>
      <p:ext uri="{BB962C8B-B14F-4D97-AF65-F5344CB8AC3E}">
        <p14:creationId xmlns:p14="http://schemas.microsoft.com/office/powerpoint/2010/main" val="41566589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kaidrės vaizdo vietos rezervavimo ženklas 1"/>
          <p:cNvSpPr>
            <a:spLocks noGrp="1" noRot="1" noChangeAspect="1"/>
          </p:cNvSpPr>
          <p:nvPr>
            <p:ph type="sldImg"/>
          </p:nvPr>
        </p:nvSpPr>
        <p:spPr/>
      </p:sp>
      <p:sp>
        <p:nvSpPr>
          <p:cNvPr id="3" name="Pastabų vietos rezervavimo ženklas 2"/>
          <p:cNvSpPr>
            <a:spLocks noGrp="1"/>
          </p:cNvSpPr>
          <p:nvPr>
            <p:ph type="body" idx="1"/>
          </p:nvPr>
        </p:nvSpPr>
        <p:spPr/>
        <p:txBody>
          <a:bodyPr/>
          <a:lstStyle/>
          <a:p>
            <a:r>
              <a:rPr lang="lt-LT" dirty="0" err="1"/>
              <a:t>inferential</a:t>
            </a:r>
            <a:endParaRPr lang="lt-LT" dirty="0"/>
          </a:p>
        </p:txBody>
      </p:sp>
      <p:sp>
        <p:nvSpPr>
          <p:cNvPr id="4" name="Skaidrės numerio vietos rezervavimo ženklas 3"/>
          <p:cNvSpPr>
            <a:spLocks noGrp="1"/>
          </p:cNvSpPr>
          <p:nvPr>
            <p:ph type="sldNum" sz="quarter" idx="5"/>
          </p:nvPr>
        </p:nvSpPr>
        <p:spPr/>
        <p:txBody>
          <a:bodyPr/>
          <a:lstStyle/>
          <a:p>
            <a:fld id="{B734C0C8-5711-412D-8052-94418AE3B111}" type="slidenum">
              <a:rPr lang="lt-LT" smtClean="0"/>
              <a:t>4</a:t>
            </a:fld>
            <a:endParaRPr lang="lt-LT"/>
          </a:p>
        </p:txBody>
      </p:sp>
    </p:spTree>
    <p:extLst>
      <p:ext uri="{BB962C8B-B14F-4D97-AF65-F5344CB8AC3E}">
        <p14:creationId xmlns:p14="http://schemas.microsoft.com/office/powerpoint/2010/main" val="27673960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kaidrės vaizdo vietos rezervavimo ženklas 1"/>
          <p:cNvSpPr>
            <a:spLocks noGrp="1" noRot="1" noChangeAspect="1"/>
          </p:cNvSpPr>
          <p:nvPr>
            <p:ph type="sldImg"/>
          </p:nvPr>
        </p:nvSpPr>
        <p:spPr/>
      </p:sp>
      <p:sp>
        <p:nvSpPr>
          <p:cNvPr id="3" name="Pastabų vietos rezervavimo ženklas 2"/>
          <p:cNvSpPr>
            <a:spLocks noGrp="1"/>
          </p:cNvSpPr>
          <p:nvPr>
            <p:ph type="body" idx="1"/>
          </p:nvPr>
        </p:nvSpPr>
        <p:spPr/>
        <p:txBody>
          <a:bodyPr/>
          <a:lstStyle/>
          <a:p>
            <a:r>
              <a:rPr lang="lt-LT" dirty="0" err="1"/>
              <a:t>Inferential</a:t>
            </a:r>
            <a:endParaRPr lang="lt-LT" dirty="0"/>
          </a:p>
        </p:txBody>
      </p:sp>
      <p:sp>
        <p:nvSpPr>
          <p:cNvPr id="4" name="Skaidrės numerio vietos rezervavimo ženklas 3"/>
          <p:cNvSpPr>
            <a:spLocks noGrp="1"/>
          </p:cNvSpPr>
          <p:nvPr>
            <p:ph type="sldNum" sz="quarter" idx="5"/>
          </p:nvPr>
        </p:nvSpPr>
        <p:spPr/>
        <p:txBody>
          <a:bodyPr/>
          <a:lstStyle/>
          <a:p>
            <a:fld id="{B734C0C8-5711-412D-8052-94418AE3B111}" type="slidenum">
              <a:rPr lang="lt-LT" smtClean="0"/>
              <a:t>5</a:t>
            </a:fld>
            <a:endParaRPr lang="lt-LT"/>
          </a:p>
        </p:txBody>
      </p:sp>
    </p:spTree>
    <p:extLst>
      <p:ext uri="{BB962C8B-B14F-4D97-AF65-F5344CB8AC3E}">
        <p14:creationId xmlns:p14="http://schemas.microsoft.com/office/powerpoint/2010/main" val="33771378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kaidrės vaizdo vietos rezervavimo ženklas 1"/>
          <p:cNvSpPr>
            <a:spLocks noGrp="1" noRot="1" noChangeAspect="1"/>
          </p:cNvSpPr>
          <p:nvPr>
            <p:ph type="sldImg"/>
          </p:nvPr>
        </p:nvSpPr>
        <p:spPr/>
      </p:sp>
      <p:sp>
        <p:nvSpPr>
          <p:cNvPr id="3" name="Pastabų vietos rezervavimo ženklas 2"/>
          <p:cNvSpPr>
            <a:spLocks noGrp="1"/>
          </p:cNvSpPr>
          <p:nvPr>
            <p:ph type="body" idx="1"/>
          </p:nvPr>
        </p:nvSpPr>
        <p:spPr/>
        <p:txBody>
          <a:bodyPr/>
          <a:lstStyle/>
          <a:p>
            <a:r>
              <a:rPr lang="lt-LT" dirty="0"/>
              <a:t>Pavyzdžiai:</a:t>
            </a:r>
          </a:p>
          <a:p>
            <a:r>
              <a:rPr lang="lt-LT" dirty="0"/>
              <a:t>Automobilių markės</a:t>
            </a:r>
          </a:p>
          <a:p>
            <a:r>
              <a:rPr lang="lt-LT" dirty="0"/>
              <a:t>Akių spalva</a:t>
            </a:r>
          </a:p>
          <a:p>
            <a:r>
              <a:rPr lang="lt-LT" dirty="0"/>
              <a:t>Šalis, miestas</a:t>
            </a:r>
          </a:p>
          <a:p>
            <a:r>
              <a:rPr lang="lt-LT" dirty="0"/>
              <a:t>Mokėjimo būdas</a:t>
            </a:r>
          </a:p>
          <a:p>
            <a:endParaRPr lang="lt-LT" dirty="0"/>
          </a:p>
        </p:txBody>
      </p:sp>
      <p:sp>
        <p:nvSpPr>
          <p:cNvPr id="4" name="Skaidrės numerio vietos rezervavimo ženklas 3"/>
          <p:cNvSpPr>
            <a:spLocks noGrp="1"/>
          </p:cNvSpPr>
          <p:nvPr>
            <p:ph type="sldNum" sz="quarter" idx="5"/>
          </p:nvPr>
        </p:nvSpPr>
        <p:spPr/>
        <p:txBody>
          <a:bodyPr/>
          <a:lstStyle/>
          <a:p>
            <a:fld id="{B734C0C8-5711-412D-8052-94418AE3B111}" type="slidenum">
              <a:rPr lang="lt-LT" smtClean="0"/>
              <a:t>7</a:t>
            </a:fld>
            <a:endParaRPr lang="lt-LT"/>
          </a:p>
        </p:txBody>
      </p:sp>
    </p:spTree>
    <p:extLst>
      <p:ext uri="{BB962C8B-B14F-4D97-AF65-F5344CB8AC3E}">
        <p14:creationId xmlns:p14="http://schemas.microsoft.com/office/powerpoint/2010/main" val="18480311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kaidrės vaizdo vietos rezervavimo ženklas 1"/>
          <p:cNvSpPr>
            <a:spLocks noGrp="1" noRot="1" noChangeAspect="1"/>
          </p:cNvSpPr>
          <p:nvPr>
            <p:ph type="sldImg"/>
          </p:nvPr>
        </p:nvSpPr>
        <p:spPr/>
      </p:sp>
      <p:sp>
        <p:nvSpPr>
          <p:cNvPr id="3" name="Pastabų vietos rezervavimo ženklas 2"/>
          <p:cNvSpPr>
            <a:spLocks noGrp="1"/>
          </p:cNvSpPr>
          <p:nvPr>
            <p:ph type="body" idx="1"/>
          </p:nvPr>
        </p:nvSpPr>
        <p:spPr/>
        <p:txBody>
          <a:bodyPr/>
          <a:lstStyle/>
          <a:p>
            <a:r>
              <a:rPr lang="lt-LT" dirty="0"/>
              <a:t>Pavyzdžiai:</a:t>
            </a:r>
          </a:p>
          <a:p>
            <a:r>
              <a:rPr lang="lt-LT" dirty="0"/>
              <a:t>Klientų pasitenkinimo lygiai (labai nepatenkintas – labai patenkintas)</a:t>
            </a:r>
          </a:p>
          <a:p>
            <a:r>
              <a:rPr lang="lt-LT" dirty="0"/>
              <a:t>Išsilavinimo lygis</a:t>
            </a:r>
          </a:p>
          <a:p>
            <a:r>
              <a:rPr lang="lt-LT" dirty="0"/>
              <a:t>Reitingai, įvertinimai</a:t>
            </a:r>
          </a:p>
          <a:p>
            <a:endParaRPr lang="lt-LT" dirty="0"/>
          </a:p>
        </p:txBody>
      </p:sp>
      <p:sp>
        <p:nvSpPr>
          <p:cNvPr id="4" name="Skaidrės numerio vietos rezervavimo ženklas 3"/>
          <p:cNvSpPr>
            <a:spLocks noGrp="1"/>
          </p:cNvSpPr>
          <p:nvPr>
            <p:ph type="sldNum" sz="quarter" idx="5"/>
          </p:nvPr>
        </p:nvSpPr>
        <p:spPr/>
        <p:txBody>
          <a:bodyPr/>
          <a:lstStyle/>
          <a:p>
            <a:fld id="{B734C0C8-5711-412D-8052-94418AE3B111}" type="slidenum">
              <a:rPr lang="lt-LT" smtClean="0"/>
              <a:t>8</a:t>
            </a:fld>
            <a:endParaRPr lang="lt-LT"/>
          </a:p>
        </p:txBody>
      </p:sp>
    </p:spTree>
    <p:extLst>
      <p:ext uri="{BB962C8B-B14F-4D97-AF65-F5344CB8AC3E}">
        <p14:creationId xmlns:p14="http://schemas.microsoft.com/office/powerpoint/2010/main" val="26775673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kaidrės vaizdo vietos rezervavimo ženklas 1"/>
          <p:cNvSpPr>
            <a:spLocks noGrp="1" noRot="1" noChangeAspect="1"/>
          </p:cNvSpPr>
          <p:nvPr>
            <p:ph type="sldImg"/>
          </p:nvPr>
        </p:nvSpPr>
        <p:spPr/>
      </p:sp>
      <p:sp>
        <p:nvSpPr>
          <p:cNvPr id="3" name="Pastabų vietos rezervavimo ženklas 2"/>
          <p:cNvSpPr>
            <a:spLocks noGrp="1"/>
          </p:cNvSpPr>
          <p:nvPr>
            <p:ph type="body" idx="1"/>
          </p:nvPr>
        </p:nvSpPr>
        <p:spPr/>
        <p:txBody>
          <a:bodyPr/>
          <a:lstStyle/>
          <a:p>
            <a:r>
              <a:rPr lang="lt-LT" dirty="0"/>
              <a:t>Pavyzdžiai:</a:t>
            </a:r>
          </a:p>
          <a:p>
            <a:r>
              <a:rPr lang="lt-LT" dirty="0"/>
              <a:t>Pagamintų produktų kiekis</a:t>
            </a:r>
          </a:p>
          <a:p>
            <a:r>
              <a:rPr lang="lt-LT" dirty="0"/>
              <a:t>Studentų skaičius</a:t>
            </a:r>
          </a:p>
          <a:p>
            <a:r>
              <a:rPr lang="lt-LT" dirty="0"/>
              <a:t>Užsakymų skaičius</a:t>
            </a:r>
          </a:p>
          <a:p>
            <a:r>
              <a:rPr lang="lt-LT" dirty="0"/>
              <a:t>Defektų skaičius</a:t>
            </a:r>
          </a:p>
          <a:p>
            <a:endParaRPr lang="lt-LT" dirty="0"/>
          </a:p>
        </p:txBody>
      </p:sp>
      <p:sp>
        <p:nvSpPr>
          <p:cNvPr id="4" name="Skaidrės numerio vietos rezervavimo ženklas 3"/>
          <p:cNvSpPr>
            <a:spLocks noGrp="1"/>
          </p:cNvSpPr>
          <p:nvPr>
            <p:ph type="sldNum" sz="quarter" idx="5"/>
          </p:nvPr>
        </p:nvSpPr>
        <p:spPr/>
        <p:txBody>
          <a:bodyPr/>
          <a:lstStyle/>
          <a:p>
            <a:fld id="{B734C0C8-5711-412D-8052-94418AE3B111}" type="slidenum">
              <a:rPr lang="lt-LT" smtClean="0"/>
              <a:t>9</a:t>
            </a:fld>
            <a:endParaRPr lang="lt-LT"/>
          </a:p>
        </p:txBody>
      </p:sp>
    </p:spTree>
    <p:extLst>
      <p:ext uri="{BB962C8B-B14F-4D97-AF65-F5344CB8AC3E}">
        <p14:creationId xmlns:p14="http://schemas.microsoft.com/office/powerpoint/2010/main" val="38955726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kaidrės vaizdo vietos rezervavimo ženklas 1"/>
          <p:cNvSpPr>
            <a:spLocks noGrp="1" noRot="1" noChangeAspect="1"/>
          </p:cNvSpPr>
          <p:nvPr>
            <p:ph type="sldImg"/>
          </p:nvPr>
        </p:nvSpPr>
        <p:spPr/>
      </p:sp>
      <p:sp>
        <p:nvSpPr>
          <p:cNvPr id="3" name="Pastabų vietos rezervavimo ženklas 2"/>
          <p:cNvSpPr>
            <a:spLocks noGrp="1"/>
          </p:cNvSpPr>
          <p:nvPr>
            <p:ph type="body" idx="1"/>
          </p:nvPr>
        </p:nvSpPr>
        <p:spPr/>
        <p:txBody>
          <a:bodyPr/>
          <a:lstStyle/>
          <a:p>
            <a:r>
              <a:rPr lang="lt-LT" dirty="0"/>
              <a:t>Pavyzdžiai:</a:t>
            </a:r>
          </a:p>
          <a:p>
            <a:r>
              <a:rPr lang="lt-LT" dirty="0"/>
              <a:t>Svoris</a:t>
            </a:r>
          </a:p>
          <a:p>
            <a:r>
              <a:rPr lang="lt-LT" dirty="0"/>
              <a:t>Temperatūra</a:t>
            </a:r>
          </a:p>
          <a:p>
            <a:r>
              <a:rPr lang="lt-LT" dirty="0"/>
              <a:t>Laikas</a:t>
            </a:r>
          </a:p>
          <a:p>
            <a:r>
              <a:rPr lang="lt-LT" dirty="0"/>
              <a:t>Pajamos, matuojamos su centais</a:t>
            </a:r>
          </a:p>
          <a:p>
            <a:endParaRPr lang="lt-LT" dirty="0"/>
          </a:p>
        </p:txBody>
      </p:sp>
      <p:sp>
        <p:nvSpPr>
          <p:cNvPr id="4" name="Skaidrės numerio vietos rezervavimo ženklas 3"/>
          <p:cNvSpPr>
            <a:spLocks noGrp="1"/>
          </p:cNvSpPr>
          <p:nvPr>
            <p:ph type="sldNum" sz="quarter" idx="5"/>
          </p:nvPr>
        </p:nvSpPr>
        <p:spPr/>
        <p:txBody>
          <a:bodyPr/>
          <a:lstStyle/>
          <a:p>
            <a:fld id="{B734C0C8-5711-412D-8052-94418AE3B111}" type="slidenum">
              <a:rPr lang="lt-LT" smtClean="0"/>
              <a:t>10</a:t>
            </a:fld>
            <a:endParaRPr lang="lt-LT"/>
          </a:p>
        </p:txBody>
      </p:sp>
    </p:spTree>
    <p:extLst>
      <p:ext uri="{BB962C8B-B14F-4D97-AF65-F5344CB8AC3E}">
        <p14:creationId xmlns:p14="http://schemas.microsoft.com/office/powerpoint/2010/main" val="12407321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kaidrės vaizdo vietos rezervavimo ženklas 1"/>
          <p:cNvSpPr>
            <a:spLocks noGrp="1" noRot="1" noChangeAspect="1"/>
          </p:cNvSpPr>
          <p:nvPr>
            <p:ph type="sldImg"/>
          </p:nvPr>
        </p:nvSpPr>
        <p:spPr/>
      </p:sp>
      <p:sp>
        <p:nvSpPr>
          <p:cNvPr id="3" name="Pastabų vietos rezervavimo ženklas 2"/>
          <p:cNvSpPr>
            <a:spLocks noGrp="1"/>
          </p:cNvSpPr>
          <p:nvPr>
            <p:ph type="body" idx="1"/>
          </p:nvPr>
        </p:nvSpPr>
        <p:spPr/>
        <p:txBody>
          <a:bodyPr/>
          <a:lstStyle/>
          <a:p>
            <a:pPr>
              <a:buNone/>
            </a:pPr>
            <a:endParaRPr lang="lt-LT" dirty="0"/>
          </a:p>
          <a:p>
            <a:pPr>
              <a:buNone/>
            </a:pPr>
            <a:r>
              <a:rPr lang="lt-LT" dirty="0"/>
              <a:t>Simetriškas pasiskirstymas dažnai sutinkamas natūraliuose ir stabiliose procesuose, pavyzdžiui, gamybos matavimuose, standartizuotuose testuose ar kontroliuojamuose eksperimentuose. </a:t>
            </a:r>
          </a:p>
          <a:p>
            <a:pPr>
              <a:buNone/>
            </a:pPr>
            <a:r>
              <a:rPr lang="lt-LT" dirty="0"/>
              <a:t>Duomenų analizėje jis dažnai siejamas su normaliuoju pasiskirstymu, nors simetrija nebūtinai reiškia, kad pasiskirstymas yra normalus.</a:t>
            </a:r>
          </a:p>
          <a:p>
            <a:endParaRPr lang="lt-LT" dirty="0"/>
          </a:p>
        </p:txBody>
      </p:sp>
      <p:sp>
        <p:nvSpPr>
          <p:cNvPr id="4" name="Skaidrės numerio vietos rezervavimo ženklas 3"/>
          <p:cNvSpPr>
            <a:spLocks noGrp="1"/>
          </p:cNvSpPr>
          <p:nvPr>
            <p:ph type="sldNum" sz="quarter" idx="5"/>
          </p:nvPr>
        </p:nvSpPr>
        <p:spPr/>
        <p:txBody>
          <a:bodyPr/>
          <a:lstStyle/>
          <a:p>
            <a:fld id="{B734C0C8-5711-412D-8052-94418AE3B111}" type="slidenum">
              <a:rPr lang="lt-LT" smtClean="0"/>
              <a:t>17</a:t>
            </a:fld>
            <a:endParaRPr lang="lt-LT"/>
          </a:p>
        </p:txBody>
      </p:sp>
    </p:spTree>
    <p:extLst>
      <p:ext uri="{BB962C8B-B14F-4D97-AF65-F5344CB8AC3E}">
        <p14:creationId xmlns:p14="http://schemas.microsoft.com/office/powerpoint/2010/main" val="35464206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2A8D9-D175-DD5A-F4E5-6F40CD5FBE8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2695A35-4F0A-5F3D-6EE8-407D905B5F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4869598-9CBE-A6EE-DCD2-FE2DD60CC1C5}"/>
              </a:ext>
            </a:extLst>
          </p:cNvPr>
          <p:cNvSpPr>
            <a:spLocks noGrp="1"/>
          </p:cNvSpPr>
          <p:nvPr>
            <p:ph type="dt" sz="half" idx="10"/>
          </p:nvPr>
        </p:nvSpPr>
        <p:spPr/>
        <p:txBody>
          <a:bodyPr/>
          <a:lstStyle/>
          <a:p>
            <a:fld id="{0D7C8B4B-64F3-4B28-BA7C-B6DE1B137404}" type="datetimeFigureOut">
              <a:rPr lang="en-US" smtClean="0"/>
              <a:t>2/10/2026</a:t>
            </a:fld>
            <a:endParaRPr lang="en-US"/>
          </a:p>
        </p:txBody>
      </p:sp>
      <p:sp>
        <p:nvSpPr>
          <p:cNvPr id="5" name="Footer Placeholder 4">
            <a:extLst>
              <a:ext uri="{FF2B5EF4-FFF2-40B4-BE49-F238E27FC236}">
                <a16:creationId xmlns:a16="http://schemas.microsoft.com/office/drawing/2014/main" id="{141CDCC0-C769-7EA1-E741-3DB7805031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F72CD7-9305-E6BD-D7DA-D7D76E3AB731}"/>
              </a:ext>
            </a:extLst>
          </p:cNvPr>
          <p:cNvSpPr>
            <a:spLocks noGrp="1"/>
          </p:cNvSpPr>
          <p:nvPr>
            <p:ph type="sldNum" sz="quarter" idx="12"/>
          </p:nvPr>
        </p:nvSpPr>
        <p:spPr/>
        <p:txBody>
          <a:bodyPr/>
          <a:lstStyle/>
          <a:p>
            <a:fld id="{B2EAD859-87E9-433E-983D-61F5FFEE9213}" type="slidenum">
              <a:rPr lang="en-US" smtClean="0"/>
              <a:t>‹#›</a:t>
            </a:fld>
            <a:endParaRPr lang="en-US"/>
          </a:p>
        </p:txBody>
      </p:sp>
    </p:spTree>
    <p:extLst>
      <p:ext uri="{BB962C8B-B14F-4D97-AF65-F5344CB8AC3E}">
        <p14:creationId xmlns:p14="http://schemas.microsoft.com/office/powerpoint/2010/main" val="36195459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98C3E-F45D-AACD-9162-3B9536ED0F8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2790490-C7FC-382B-D049-B0244002329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BF6B17-D725-DF2C-F7AD-675D9EDA59A9}"/>
              </a:ext>
            </a:extLst>
          </p:cNvPr>
          <p:cNvSpPr>
            <a:spLocks noGrp="1"/>
          </p:cNvSpPr>
          <p:nvPr>
            <p:ph type="dt" sz="half" idx="10"/>
          </p:nvPr>
        </p:nvSpPr>
        <p:spPr/>
        <p:txBody>
          <a:bodyPr/>
          <a:lstStyle/>
          <a:p>
            <a:fld id="{0D7C8B4B-64F3-4B28-BA7C-B6DE1B137404}" type="datetimeFigureOut">
              <a:rPr lang="en-US" smtClean="0"/>
              <a:t>2/10/2026</a:t>
            </a:fld>
            <a:endParaRPr lang="en-US"/>
          </a:p>
        </p:txBody>
      </p:sp>
      <p:sp>
        <p:nvSpPr>
          <p:cNvPr id="5" name="Footer Placeholder 4">
            <a:extLst>
              <a:ext uri="{FF2B5EF4-FFF2-40B4-BE49-F238E27FC236}">
                <a16:creationId xmlns:a16="http://schemas.microsoft.com/office/drawing/2014/main" id="{7BF4CA25-BF09-5926-3CCB-3200E36646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0812B5-79C9-7BA7-6EFA-F8708EDA2C71}"/>
              </a:ext>
            </a:extLst>
          </p:cNvPr>
          <p:cNvSpPr>
            <a:spLocks noGrp="1"/>
          </p:cNvSpPr>
          <p:nvPr>
            <p:ph type="sldNum" sz="quarter" idx="12"/>
          </p:nvPr>
        </p:nvSpPr>
        <p:spPr/>
        <p:txBody>
          <a:bodyPr/>
          <a:lstStyle/>
          <a:p>
            <a:fld id="{B2EAD859-87E9-433E-983D-61F5FFEE9213}" type="slidenum">
              <a:rPr lang="en-US" smtClean="0"/>
              <a:t>‹#›</a:t>
            </a:fld>
            <a:endParaRPr lang="en-US"/>
          </a:p>
        </p:txBody>
      </p:sp>
    </p:spTree>
    <p:extLst>
      <p:ext uri="{BB962C8B-B14F-4D97-AF65-F5344CB8AC3E}">
        <p14:creationId xmlns:p14="http://schemas.microsoft.com/office/powerpoint/2010/main" val="19722134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5B4D7-46A7-728A-CE85-D08FEE402D4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E0FF112-68AC-88B8-A1CC-E628999B2BE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0A11D9E-631E-7CD8-7FCE-83DCD0AAF56B}"/>
              </a:ext>
            </a:extLst>
          </p:cNvPr>
          <p:cNvSpPr>
            <a:spLocks noGrp="1"/>
          </p:cNvSpPr>
          <p:nvPr>
            <p:ph type="dt" sz="half" idx="10"/>
          </p:nvPr>
        </p:nvSpPr>
        <p:spPr/>
        <p:txBody>
          <a:bodyPr/>
          <a:lstStyle/>
          <a:p>
            <a:fld id="{0D7C8B4B-64F3-4B28-BA7C-B6DE1B137404}" type="datetimeFigureOut">
              <a:rPr lang="en-US" smtClean="0"/>
              <a:t>2/10/2026</a:t>
            </a:fld>
            <a:endParaRPr lang="en-US"/>
          </a:p>
        </p:txBody>
      </p:sp>
      <p:sp>
        <p:nvSpPr>
          <p:cNvPr id="5" name="Footer Placeholder 4">
            <a:extLst>
              <a:ext uri="{FF2B5EF4-FFF2-40B4-BE49-F238E27FC236}">
                <a16:creationId xmlns:a16="http://schemas.microsoft.com/office/drawing/2014/main" id="{5BECB6C5-6456-4DC5-4E4C-7F2F112F12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26F628-1821-2CB4-CB0E-3FC92B89B228}"/>
              </a:ext>
            </a:extLst>
          </p:cNvPr>
          <p:cNvSpPr>
            <a:spLocks noGrp="1"/>
          </p:cNvSpPr>
          <p:nvPr>
            <p:ph type="sldNum" sz="quarter" idx="12"/>
          </p:nvPr>
        </p:nvSpPr>
        <p:spPr/>
        <p:txBody>
          <a:bodyPr/>
          <a:lstStyle/>
          <a:p>
            <a:fld id="{B2EAD859-87E9-433E-983D-61F5FFEE9213}" type="slidenum">
              <a:rPr lang="en-US" smtClean="0"/>
              <a:t>‹#›</a:t>
            </a:fld>
            <a:endParaRPr lang="en-US"/>
          </a:p>
        </p:txBody>
      </p:sp>
    </p:spTree>
    <p:extLst>
      <p:ext uri="{BB962C8B-B14F-4D97-AF65-F5344CB8AC3E}">
        <p14:creationId xmlns:p14="http://schemas.microsoft.com/office/powerpoint/2010/main" val="36034380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4652F-6A98-31F7-443D-03C5C574943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B168BB7-C16A-3092-24B3-2A37F85E914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FA3329A-9922-35E6-17C4-26F349BAA9E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664A923-AB7F-6804-B820-CD85E610D67E}"/>
              </a:ext>
            </a:extLst>
          </p:cNvPr>
          <p:cNvSpPr>
            <a:spLocks noGrp="1"/>
          </p:cNvSpPr>
          <p:nvPr>
            <p:ph type="dt" sz="half" idx="10"/>
          </p:nvPr>
        </p:nvSpPr>
        <p:spPr/>
        <p:txBody>
          <a:bodyPr/>
          <a:lstStyle/>
          <a:p>
            <a:fld id="{0D7C8B4B-64F3-4B28-BA7C-B6DE1B137404}" type="datetimeFigureOut">
              <a:rPr lang="en-US" smtClean="0"/>
              <a:t>2/10/2026</a:t>
            </a:fld>
            <a:endParaRPr lang="en-US"/>
          </a:p>
        </p:txBody>
      </p:sp>
      <p:sp>
        <p:nvSpPr>
          <p:cNvPr id="6" name="Footer Placeholder 5">
            <a:extLst>
              <a:ext uri="{FF2B5EF4-FFF2-40B4-BE49-F238E27FC236}">
                <a16:creationId xmlns:a16="http://schemas.microsoft.com/office/drawing/2014/main" id="{1AB04B36-0F06-C574-884B-1083E2F6684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80726F-D3BD-6FBC-E232-F3418E308BBB}"/>
              </a:ext>
            </a:extLst>
          </p:cNvPr>
          <p:cNvSpPr>
            <a:spLocks noGrp="1"/>
          </p:cNvSpPr>
          <p:nvPr>
            <p:ph type="sldNum" sz="quarter" idx="12"/>
          </p:nvPr>
        </p:nvSpPr>
        <p:spPr/>
        <p:txBody>
          <a:bodyPr/>
          <a:lstStyle/>
          <a:p>
            <a:fld id="{B2EAD859-87E9-433E-983D-61F5FFEE9213}" type="slidenum">
              <a:rPr lang="en-US" smtClean="0"/>
              <a:t>‹#›</a:t>
            </a:fld>
            <a:endParaRPr lang="en-US"/>
          </a:p>
        </p:txBody>
      </p:sp>
    </p:spTree>
    <p:extLst>
      <p:ext uri="{BB962C8B-B14F-4D97-AF65-F5344CB8AC3E}">
        <p14:creationId xmlns:p14="http://schemas.microsoft.com/office/powerpoint/2010/main" val="3931207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3F31D-DB5D-6862-48B5-42397CC1C68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B8A464B-4C6C-8D1F-205E-E5DC88E729F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5578A93-1CB6-3134-F45D-BC2E60D8D4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824782F-C56D-2613-2D0A-D5E7EFF0BA0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29DCBB8-1D20-170E-BC11-94EE516105F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51DC466-AC4D-4158-8367-75C8E26E1C60}"/>
              </a:ext>
            </a:extLst>
          </p:cNvPr>
          <p:cNvSpPr>
            <a:spLocks noGrp="1"/>
          </p:cNvSpPr>
          <p:nvPr>
            <p:ph type="dt" sz="half" idx="10"/>
          </p:nvPr>
        </p:nvSpPr>
        <p:spPr/>
        <p:txBody>
          <a:bodyPr/>
          <a:lstStyle/>
          <a:p>
            <a:fld id="{0D7C8B4B-64F3-4B28-BA7C-B6DE1B137404}" type="datetimeFigureOut">
              <a:rPr lang="en-US" smtClean="0"/>
              <a:t>2/10/2026</a:t>
            </a:fld>
            <a:endParaRPr lang="en-US"/>
          </a:p>
        </p:txBody>
      </p:sp>
      <p:sp>
        <p:nvSpPr>
          <p:cNvPr id="8" name="Footer Placeholder 7">
            <a:extLst>
              <a:ext uri="{FF2B5EF4-FFF2-40B4-BE49-F238E27FC236}">
                <a16:creationId xmlns:a16="http://schemas.microsoft.com/office/drawing/2014/main" id="{4DB4611A-2368-D076-BDCA-2A298F6EF5C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FE9068C-4611-2223-5AA2-DAA1E51E20EB}"/>
              </a:ext>
            </a:extLst>
          </p:cNvPr>
          <p:cNvSpPr>
            <a:spLocks noGrp="1"/>
          </p:cNvSpPr>
          <p:nvPr>
            <p:ph type="sldNum" sz="quarter" idx="12"/>
          </p:nvPr>
        </p:nvSpPr>
        <p:spPr/>
        <p:txBody>
          <a:bodyPr/>
          <a:lstStyle/>
          <a:p>
            <a:fld id="{B2EAD859-87E9-433E-983D-61F5FFEE9213}" type="slidenum">
              <a:rPr lang="en-US" smtClean="0"/>
              <a:t>‹#›</a:t>
            </a:fld>
            <a:endParaRPr lang="en-US"/>
          </a:p>
        </p:txBody>
      </p:sp>
    </p:spTree>
    <p:extLst>
      <p:ext uri="{BB962C8B-B14F-4D97-AF65-F5344CB8AC3E}">
        <p14:creationId xmlns:p14="http://schemas.microsoft.com/office/powerpoint/2010/main" val="9886445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9ED0F-6A79-DBBC-E155-89ACEC16211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C7E6ED5-3F8D-E8A9-AC76-F3798134AAA1}"/>
              </a:ext>
            </a:extLst>
          </p:cNvPr>
          <p:cNvSpPr>
            <a:spLocks noGrp="1"/>
          </p:cNvSpPr>
          <p:nvPr>
            <p:ph type="dt" sz="half" idx="10"/>
          </p:nvPr>
        </p:nvSpPr>
        <p:spPr/>
        <p:txBody>
          <a:bodyPr/>
          <a:lstStyle/>
          <a:p>
            <a:fld id="{0D7C8B4B-64F3-4B28-BA7C-B6DE1B137404}" type="datetimeFigureOut">
              <a:rPr lang="en-US" smtClean="0"/>
              <a:t>2/10/2026</a:t>
            </a:fld>
            <a:endParaRPr lang="en-US"/>
          </a:p>
        </p:txBody>
      </p:sp>
      <p:sp>
        <p:nvSpPr>
          <p:cNvPr id="4" name="Footer Placeholder 3">
            <a:extLst>
              <a:ext uri="{FF2B5EF4-FFF2-40B4-BE49-F238E27FC236}">
                <a16:creationId xmlns:a16="http://schemas.microsoft.com/office/drawing/2014/main" id="{72DF7E9A-BFA2-EE4E-1772-C43A0AD0CED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2CB5FD8-D963-1386-B8BF-E4066B217CF9}"/>
              </a:ext>
            </a:extLst>
          </p:cNvPr>
          <p:cNvSpPr>
            <a:spLocks noGrp="1"/>
          </p:cNvSpPr>
          <p:nvPr>
            <p:ph type="sldNum" sz="quarter" idx="12"/>
          </p:nvPr>
        </p:nvSpPr>
        <p:spPr/>
        <p:txBody>
          <a:bodyPr/>
          <a:lstStyle/>
          <a:p>
            <a:fld id="{B2EAD859-87E9-433E-983D-61F5FFEE9213}" type="slidenum">
              <a:rPr lang="en-US" smtClean="0"/>
              <a:t>‹#›</a:t>
            </a:fld>
            <a:endParaRPr lang="en-US"/>
          </a:p>
        </p:txBody>
      </p:sp>
    </p:spTree>
    <p:extLst>
      <p:ext uri="{BB962C8B-B14F-4D97-AF65-F5344CB8AC3E}">
        <p14:creationId xmlns:p14="http://schemas.microsoft.com/office/powerpoint/2010/main" val="38707815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E9E411-C42F-F6B5-0C51-9FA0436058C2}"/>
              </a:ext>
            </a:extLst>
          </p:cNvPr>
          <p:cNvSpPr>
            <a:spLocks noGrp="1"/>
          </p:cNvSpPr>
          <p:nvPr>
            <p:ph type="dt" sz="half" idx="10"/>
          </p:nvPr>
        </p:nvSpPr>
        <p:spPr/>
        <p:txBody>
          <a:bodyPr/>
          <a:lstStyle/>
          <a:p>
            <a:fld id="{0D7C8B4B-64F3-4B28-BA7C-B6DE1B137404}" type="datetimeFigureOut">
              <a:rPr lang="en-US" smtClean="0"/>
              <a:t>2/10/2026</a:t>
            </a:fld>
            <a:endParaRPr lang="en-US"/>
          </a:p>
        </p:txBody>
      </p:sp>
      <p:sp>
        <p:nvSpPr>
          <p:cNvPr id="3" name="Footer Placeholder 2">
            <a:extLst>
              <a:ext uri="{FF2B5EF4-FFF2-40B4-BE49-F238E27FC236}">
                <a16:creationId xmlns:a16="http://schemas.microsoft.com/office/drawing/2014/main" id="{B842F55D-9411-2F2A-BAB0-0CE4C0BBE37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B71E456-8996-F26C-798B-2CE64565566E}"/>
              </a:ext>
            </a:extLst>
          </p:cNvPr>
          <p:cNvSpPr>
            <a:spLocks noGrp="1"/>
          </p:cNvSpPr>
          <p:nvPr>
            <p:ph type="sldNum" sz="quarter" idx="12"/>
          </p:nvPr>
        </p:nvSpPr>
        <p:spPr/>
        <p:txBody>
          <a:bodyPr/>
          <a:lstStyle/>
          <a:p>
            <a:fld id="{B2EAD859-87E9-433E-983D-61F5FFEE9213}" type="slidenum">
              <a:rPr lang="en-US" smtClean="0"/>
              <a:t>‹#›</a:t>
            </a:fld>
            <a:endParaRPr lang="en-US"/>
          </a:p>
        </p:txBody>
      </p:sp>
    </p:spTree>
    <p:extLst>
      <p:ext uri="{BB962C8B-B14F-4D97-AF65-F5344CB8AC3E}">
        <p14:creationId xmlns:p14="http://schemas.microsoft.com/office/powerpoint/2010/main" val="3281434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5371A-03E9-4CB3-CAB2-0C38DE54A5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63AF8D1-3A1E-261F-1062-10F9EA473A9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55CC7E2-B500-43E1-BC94-8F2E8817E5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471E9E-0541-6F96-6431-66E9AF59ADB9}"/>
              </a:ext>
            </a:extLst>
          </p:cNvPr>
          <p:cNvSpPr>
            <a:spLocks noGrp="1"/>
          </p:cNvSpPr>
          <p:nvPr>
            <p:ph type="dt" sz="half" idx="10"/>
          </p:nvPr>
        </p:nvSpPr>
        <p:spPr/>
        <p:txBody>
          <a:bodyPr/>
          <a:lstStyle/>
          <a:p>
            <a:fld id="{0D7C8B4B-64F3-4B28-BA7C-B6DE1B137404}" type="datetimeFigureOut">
              <a:rPr lang="en-US" smtClean="0"/>
              <a:t>2/10/2026</a:t>
            </a:fld>
            <a:endParaRPr lang="en-US"/>
          </a:p>
        </p:txBody>
      </p:sp>
      <p:sp>
        <p:nvSpPr>
          <p:cNvPr id="6" name="Footer Placeholder 5">
            <a:extLst>
              <a:ext uri="{FF2B5EF4-FFF2-40B4-BE49-F238E27FC236}">
                <a16:creationId xmlns:a16="http://schemas.microsoft.com/office/drawing/2014/main" id="{C767C335-9718-D72E-1266-509EE163F15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92A315-7320-9027-B4C4-BFAAF80159FA}"/>
              </a:ext>
            </a:extLst>
          </p:cNvPr>
          <p:cNvSpPr>
            <a:spLocks noGrp="1"/>
          </p:cNvSpPr>
          <p:nvPr>
            <p:ph type="sldNum" sz="quarter" idx="12"/>
          </p:nvPr>
        </p:nvSpPr>
        <p:spPr/>
        <p:txBody>
          <a:bodyPr/>
          <a:lstStyle/>
          <a:p>
            <a:fld id="{B2EAD859-87E9-433E-983D-61F5FFEE9213}" type="slidenum">
              <a:rPr lang="en-US" smtClean="0"/>
              <a:t>‹#›</a:t>
            </a:fld>
            <a:endParaRPr lang="en-US"/>
          </a:p>
        </p:txBody>
      </p:sp>
    </p:spTree>
    <p:extLst>
      <p:ext uri="{BB962C8B-B14F-4D97-AF65-F5344CB8AC3E}">
        <p14:creationId xmlns:p14="http://schemas.microsoft.com/office/powerpoint/2010/main" val="1279433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D6284-E428-4FBD-6FA7-C99A29A4EA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4D0E999-7823-10E1-8BE5-8271854C6C5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ECDF011-0DAD-55C1-3E9B-6C6C2C6BE4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F77353-D3D0-0617-F835-6EFC109FD4BE}"/>
              </a:ext>
            </a:extLst>
          </p:cNvPr>
          <p:cNvSpPr>
            <a:spLocks noGrp="1"/>
          </p:cNvSpPr>
          <p:nvPr>
            <p:ph type="dt" sz="half" idx="10"/>
          </p:nvPr>
        </p:nvSpPr>
        <p:spPr/>
        <p:txBody>
          <a:bodyPr/>
          <a:lstStyle/>
          <a:p>
            <a:fld id="{0D7C8B4B-64F3-4B28-BA7C-B6DE1B137404}" type="datetimeFigureOut">
              <a:rPr lang="en-US" smtClean="0"/>
              <a:t>2/10/2026</a:t>
            </a:fld>
            <a:endParaRPr lang="en-US"/>
          </a:p>
        </p:txBody>
      </p:sp>
      <p:sp>
        <p:nvSpPr>
          <p:cNvPr id="6" name="Footer Placeholder 5">
            <a:extLst>
              <a:ext uri="{FF2B5EF4-FFF2-40B4-BE49-F238E27FC236}">
                <a16:creationId xmlns:a16="http://schemas.microsoft.com/office/drawing/2014/main" id="{80B7ABE5-C3F4-62BF-E198-A5E7DA1EB3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279592-EEA2-911A-C17E-8FF24E42FD86}"/>
              </a:ext>
            </a:extLst>
          </p:cNvPr>
          <p:cNvSpPr>
            <a:spLocks noGrp="1"/>
          </p:cNvSpPr>
          <p:nvPr>
            <p:ph type="sldNum" sz="quarter" idx="12"/>
          </p:nvPr>
        </p:nvSpPr>
        <p:spPr/>
        <p:txBody>
          <a:bodyPr/>
          <a:lstStyle/>
          <a:p>
            <a:fld id="{B2EAD859-87E9-433E-983D-61F5FFEE9213}" type="slidenum">
              <a:rPr lang="en-US" smtClean="0"/>
              <a:t>‹#›</a:t>
            </a:fld>
            <a:endParaRPr lang="en-US"/>
          </a:p>
        </p:txBody>
      </p:sp>
    </p:spTree>
    <p:extLst>
      <p:ext uri="{BB962C8B-B14F-4D97-AF65-F5344CB8AC3E}">
        <p14:creationId xmlns:p14="http://schemas.microsoft.com/office/powerpoint/2010/main" val="38631292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9DB9E-1773-AFBD-981E-17725A24120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E11B77A-B123-4A17-2A82-F7F20DBF956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97526E-E714-9EC7-0503-3EE6A03A5503}"/>
              </a:ext>
            </a:extLst>
          </p:cNvPr>
          <p:cNvSpPr>
            <a:spLocks noGrp="1"/>
          </p:cNvSpPr>
          <p:nvPr>
            <p:ph type="dt" sz="half" idx="10"/>
          </p:nvPr>
        </p:nvSpPr>
        <p:spPr/>
        <p:txBody>
          <a:bodyPr/>
          <a:lstStyle/>
          <a:p>
            <a:fld id="{0D7C8B4B-64F3-4B28-BA7C-B6DE1B137404}" type="datetimeFigureOut">
              <a:rPr lang="en-US" smtClean="0"/>
              <a:t>2/10/2026</a:t>
            </a:fld>
            <a:endParaRPr lang="en-US"/>
          </a:p>
        </p:txBody>
      </p:sp>
      <p:sp>
        <p:nvSpPr>
          <p:cNvPr id="5" name="Footer Placeholder 4">
            <a:extLst>
              <a:ext uri="{FF2B5EF4-FFF2-40B4-BE49-F238E27FC236}">
                <a16:creationId xmlns:a16="http://schemas.microsoft.com/office/drawing/2014/main" id="{5CE53CD2-6220-2F0C-EF4B-D05574E293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E6CB6F-FEFB-B3E9-C452-582CAB24F244}"/>
              </a:ext>
            </a:extLst>
          </p:cNvPr>
          <p:cNvSpPr>
            <a:spLocks noGrp="1"/>
          </p:cNvSpPr>
          <p:nvPr>
            <p:ph type="sldNum" sz="quarter" idx="12"/>
          </p:nvPr>
        </p:nvSpPr>
        <p:spPr/>
        <p:txBody>
          <a:bodyPr/>
          <a:lstStyle/>
          <a:p>
            <a:fld id="{B2EAD859-87E9-433E-983D-61F5FFEE9213}" type="slidenum">
              <a:rPr lang="en-US" smtClean="0"/>
              <a:t>‹#›</a:t>
            </a:fld>
            <a:endParaRPr lang="en-US"/>
          </a:p>
        </p:txBody>
      </p:sp>
    </p:spTree>
    <p:extLst>
      <p:ext uri="{BB962C8B-B14F-4D97-AF65-F5344CB8AC3E}">
        <p14:creationId xmlns:p14="http://schemas.microsoft.com/office/powerpoint/2010/main" val="1647921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2A4E23A-8D3B-AFC9-9685-75E4A607E8E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07C81DC-05D0-DBCD-4791-79CA9B9183C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44D992-EC90-979C-0D61-BC291D754A7E}"/>
              </a:ext>
            </a:extLst>
          </p:cNvPr>
          <p:cNvSpPr>
            <a:spLocks noGrp="1"/>
          </p:cNvSpPr>
          <p:nvPr>
            <p:ph type="dt" sz="half" idx="10"/>
          </p:nvPr>
        </p:nvSpPr>
        <p:spPr/>
        <p:txBody>
          <a:bodyPr/>
          <a:lstStyle/>
          <a:p>
            <a:fld id="{0D7C8B4B-64F3-4B28-BA7C-B6DE1B137404}" type="datetimeFigureOut">
              <a:rPr lang="en-US" smtClean="0"/>
              <a:t>2/10/2026</a:t>
            </a:fld>
            <a:endParaRPr lang="en-US"/>
          </a:p>
        </p:txBody>
      </p:sp>
      <p:sp>
        <p:nvSpPr>
          <p:cNvPr id="5" name="Footer Placeholder 4">
            <a:extLst>
              <a:ext uri="{FF2B5EF4-FFF2-40B4-BE49-F238E27FC236}">
                <a16:creationId xmlns:a16="http://schemas.microsoft.com/office/drawing/2014/main" id="{5BCD4CCC-D1CE-61EF-34B6-79F3A18758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E8D31C-9A65-1F4E-D6AE-7195E3A684A0}"/>
              </a:ext>
            </a:extLst>
          </p:cNvPr>
          <p:cNvSpPr>
            <a:spLocks noGrp="1"/>
          </p:cNvSpPr>
          <p:nvPr>
            <p:ph type="sldNum" sz="quarter" idx="12"/>
          </p:nvPr>
        </p:nvSpPr>
        <p:spPr/>
        <p:txBody>
          <a:bodyPr/>
          <a:lstStyle/>
          <a:p>
            <a:fld id="{B2EAD859-87E9-433E-983D-61F5FFEE9213}" type="slidenum">
              <a:rPr lang="en-US" smtClean="0"/>
              <a:t>‹#›</a:t>
            </a:fld>
            <a:endParaRPr lang="en-US"/>
          </a:p>
        </p:txBody>
      </p:sp>
    </p:spTree>
    <p:extLst>
      <p:ext uri="{BB962C8B-B14F-4D97-AF65-F5344CB8AC3E}">
        <p14:creationId xmlns:p14="http://schemas.microsoft.com/office/powerpoint/2010/main" val="3174725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7AAB27F-51F5-031A-45B7-EC6FD3F888C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AB9FF96-9457-ABE9-B05E-0EA1E5063D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C19E1B-F3A4-2B9E-E293-A0E5A0A520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D7C8B4B-64F3-4B28-BA7C-B6DE1B137404}" type="datetimeFigureOut">
              <a:rPr lang="en-US" smtClean="0"/>
              <a:t>2/10/2026</a:t>
            </a:fld>
            <a:endParaRPr lang="en-US"/>
          </a:p>
        </p:txBody>
      </p:sp>
      <p:sp>
        <p:nvSpPr>
          <p:cNvPr id="5" name="Footer Placeholder 4">
            <a:extLst>
              <a:ext uri="{FF2B5EF4-FFF2-40B4-BE49-F238E27FC236}">
                <a16:creationId xmlns:a16="http://schemas.microsoft.com/office/drawing/2014/main" id="{182B2470-C5BD-E3A9-DB57-4B4AF4CD61D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699CD87-DC63-7470-0808-4EEED5F3FC4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2EAD859-87E9-433E-983D-61F5FFEE9213}" type="slidenum">
              <a:rPr lang="en-US" smtClean="0"/>
              <a:t>‹#›</a:t>
            </a:fld>
            <a:endParaRPr lang="en-US"/>
          </a:p>
        </p:txBody>
      </p:sp>
    </p:spTree>
    <p:extLst>
      <p:ext uri="{BB962C8B-B14F-4D97-AF65-F5344CB8AC3E}">
        <p14:creationId xmlns:p14="http://schemas.microsoft.com/office/powerpoint/2010/main" val="34860745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E1F0B-35A9-7AE7-E7C6-F9C4783A13FE}"/>
              </a:ext>
            </a:extLst>
          </p:cNvPr>
          <p:cNvSpPr>
            <a:spLocks noGrp="1"/>
          </p:cNvSpPr>
          <p:nvPr>
            <p:ph type="ctrTitle"/>
          </p:nvPr>
        </p:nvSpPr>
        <p:spPr>
          <a:xfrm>
            <a:off x="1314824" y="735106"/>
            <a:ext cx="10053763" cy="2928470"/>
          </a:xfrm>
        </p:spPr>
        <p:txBody>
          <a:bodyPr anchor="b">
            <a:normAutofit/>
          </a:bodyPr>
          <a:lstStyle/>
          <a:p>
            <a:pPr algn="l"/>
            <a:r>
              <a:rPr lang="en-US" sz="4800"/>
              <a:t>Aprašomoji statistika duomenų analizėje</a:t>
            </a:r>
          </a:p>
        </p:txBody>
      </p:sp>
      <p:sp>
        <p:nvSpPr>
          <p:cNvPr id="3" name="Subtitle 2">
            <a:extLst>
              <a:ext uri="{FF2B5EF4-FFF2-40B4-BE49-F238E27FC236}">
                <a16:creationId xmlns:a16="http://schemas.microsoft.com/office/drawing/2014/main" id="{3DF07BE3-E0C0-3018-0785-AB4D7B400BB4}"/>
              </a:ext>
            </a:extLst>
          </p:cNvPr>
          <p:cNvSpPr>
            <a:spLocks noGrp="1"/>
          </p:cNvSpPr>
          <p:nvPr>
            <p:ph type="subTitle" idx="1"/>
          </p:nvPr>
        </p:nvSpPr>
        <p:spPr>
          <a:xfrm>
            <a:off x="1350682" y="4870824"/>
            <a:ext cx="10005951" cy="1458258"/>
          </a:xfrm>
        </p:spPr>
        <p:txBody>
          <a:bodyPr anchor="ctr">
            <a:normAutofit/>
          </a:bodyPr>
          <a:lstStyle/>
          <a:p>
            <a:pPr algn="l"/>
            <a:r>
              <a:rPr lang="lt-LT" dirty="0"/>
              <a:t>Žydrūnė Kelpšaitė</a:t>
            </a:r>
          </a:p>
          <a:p>
            <a:pPr algn="l"/>
            <a:r>
              <a:rPr lang="lt-LT" dirty="0"/>
              <a:t>Data </a:t>
            </a:r>
            <a:r>
              <a:rPr lang="lt-LT" dirty="0" err="1"/>
              <a:t>Analyst</a:t>
            </a:r>
            <a:endParaRPr lang="en-US" dirty="0"/>
          </a:p>
        </p:txBody>
      </p:sp>
    </p:spTree>
    <p:extLst>
      <p:ext uri="{BB962C8B-B14F-4D97-AF65-F5344CB8AC3E}">
        <p14:creationId xmlns:p14="http://schemas.microsoft.com/office/powerpoint/2010/main" val="3941996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2373E-7848-5019-74BF-BF537EDE6E99}"/>
              </a:ext>
            </a:extLst>
          </p:cNvPr>
          <p:cNvSpPr>
            <a:spLocks noGrp="1"/>
          </p:cNvSpPr>
          <p:nvPr>
            <p:ph type="title"/>
          </p:nvPr>
        </p:nvSpPr>
        <p:spPr/>
        <p:txBody>
          <a:bodyPr/>
          <a:lstStyle/>
          <a:p>
            <a:r>
              <a:rPr lang="en-US" dirty="0" err="1"/>
              <a:t>Duomenų</a:t>
            </a:r>
            <a:r>
              <a:rPr lang="en-US" dirty="0"/>
              <a:t> </a:t>
            </a:r>
            <a:r>
              <a:rPr lang="en-US" dirty="0" err="1"/>
              <a:t>analizės</a:t>
            </a:r>
            <a:r>
              <a:rPr lang="en-US" dirty="0"/>
              <a:t> </a:t>
            </a:r>
            <a:r>
              <a:rPr lang="en-US" dirty="0" err="1"/>
              <a:t>žingsniai</a:t>
            </a:r>
            <a:endParaRPr lang="en-US" dirty="0"/>
          </a:p>
        </p:txBody>
      </p:sp>
      <p:sp>
        <p:nvSpPr>
          <p:cNvPr id="3" name="Content Placeholder 2">
            <a:extLst>
              <a:ext uri="{FF2B5EF4-FFF2-40B4-BE49-F238E27FC236}">
                <a16:creationId xmlns:a16="http://schemas.microsoft.com/office/drawing/2014/main" id="{F0234754-047A-453E-1678-7F01F78FF522}"/>
              </a:ext>
            </a:extLst>
          </p:cNvPr>
          <p:cNvSpPr>
            <a:spLocks noGrp="1"/>
          </p:cNvSpPr>
          <p:nvPr>
            <p:ph idx="1"/>
          </p:nvPr>
        </p:nvSpPr>
        <p:spPr/>
        <p:txBody>
          <a:bodyPr/>
          <a:lstStyle/>
          <a:p>
            <a:pPr marL="514350" indent="-514350">
              <a:buFont typeface="+mj-lt"/>
              <a:buAutoNum type="arabicPeriod"/>
            </a:pPr>
            <a:r>
              <a:rPr lang="en-US" dirty="0" err="1"/>
              <a:t>Apibrėžti</a:t>
            </a:r>
            <a:r>
              <a:rPr lang="en-US" dirty="0"/>
              <a:t> </a:t>
            </a:r>
            <a:r>
              <a:rPr lang="en-US" dirty="0" err="1"/>
              <a:t>problemą</a:t>
            </a:r>
            <a:r>
              <a:rPr lang="en-US" dirty="0"/>
              <a:t>, </a:t>
            </a:r>
            <a:r>
              <a:rPr lang="en-US" dirty="0" err="1"/>
              <a:t>užduoti</a:t>
            </a:r>
            <a:r>
              <a:rPr lang="en-US" dirty="0"/>
              <a:t> </a:t>
            </a:r>
            <a:r>
              <a:rPr lang="en-US" dirty="0" err="1"/>
              <a:t>tinkamus</a:t>
            </a:r>
            <a:r>
              <a:rPr lang="en-US" dirty="0"/>
              <a:t> </a:t>
            </a:r>
            <a:r>
              <a:rPr lang="en-US" dirty="0" err="1"/>
              <a:t>klausimus</a:t>
            </a:r>
            <a:r>
              <a:rPr lang="en-US" dirty="0"/>
              <a:t> (Ask)</a:t>
            </a:r>
          </a:p>
          <a:p>
            <a:pPr marL="514350" indent="-514350">
              <a:buFont typeface="+mj-lt"/>
              <a:buAutoNum type="arabicPeriod"/>
            </a:pPr>
            <a:r>
              <a:rPr lang="en-US" dirty="0" err="1"/>
              <a:t>Surinkti</a:t>
            </a:r>
            <a:r>
              <a:rPr lang="en-US" dirty="0"/>
              <a:t> </a:t>
            </a:r>
            <a:r>
              <a:rPr lang="en-US" dirty="0" err="1"/>
              <a:t>duomenis</a:t>
            </a:r>
            <a:r>
              <a:rPr lang="en-US" dirty="0"/>
              <a:t> (Prepare)</a:t>
            </a:r>
          </a:p>
          <a:p>
            <a:pPr marL="514350" indent="-514350">
              <a:buFont typeface="+mj-lt"/>
              <a:buAutoNum type="arabicPeriod"/>
            </a:pPr>
            <a:r>
              <a:rPr lang="en-US" dirty="0" err="1"/>
              <a:t>Išvalyti</a:t>
            </a:r>
            <a:r>
              <a:rPr lang="en-US" dirty="0"/>
              <a:t> </a:t>
            </a:r>
            <a:r>
              <a:rPr lang="en-US" dirty="0" err="1"/>
              <a:t>ir</a:t>
            </a:r>
            <a:r>
              <a:rPr lang="en-US" dirty="0"/>
              <a:t> </a:t>
            </a:r>
            <a:r>
              <a:rPr lang="en-US" dirty="0" err="1"/>
              <a:t>paruošti</a:t>
            </a:r>
            <a:r>
              <a:rPr lang="en-US" dirty="0"/>
              <a:t> </a:t>
            </a:r>
            <a:r>
              <a:rPr lang="en-US" dirty="0" err="1"/>
              <a:t>duomenis</a:t>
            </a:r>
            <a:r>
              <a:rPr lang="en-US" dirty="0"/>
              <a:t> (Process)</a:t>
            </a:r>
          </a:p>
          <a:p>
            <a:pPr marL="514350" indent="-514350">
              <a:buFont typeface="+mj-lt"/>
              <a:buAutoNum type="arabicPeriod"/>
            </a:pPr>
            <a:r>
              <a:rPr lang="en-US" b="1" dirty="0" err="1"/>
              <a:t>Analizuoti</a:t>
            </a:r>
            <a:r>
              <a:rPr lang="en-US" b="1" dirty="0"/>
              <a:t> </a:t>
            </a:r>
            <a:r>
              <a:rPr lang="en-US" b="1" dirty="0" err="1"/>
              <a:t>duomenis</a:t>
            </a:r>
            <a:r>
              <a:rPr lang="en-US" b="1" dirty="0"/>
              <a:t> (Analyze)</a:t>
            </a:r>
          </a:p>
          <a:p>
            <a:pPr marL="514350" indent="-514350">
              <a:buFont typeface="+mj-lt"/>
              <a:buAutoNum type="arabicPeriod"/>
            </a:pPr>
            <a:r>
              <a:rPr lang="en-US" dirty="0" err="1"/>
              <a:t>Pristatyti</a:t>
            </a:r>
            <a:r>
              <a:rPr lang="en-US" dirty="0"/>
              <a:t> </a:t>
            </a:r>
            <a:r>
              <a:rPr lang="en-US" dirty="0" err="1"/>
              <a:t>analizės</a:t>
            </a:r>
            <a:r>
              <a:rPr lang="en-US" dirty="0"/>
              <a:t> </a:t>
            </a:r>
            <a:r>
              <a:rPr lang="en-US" dirty="0" err="1"/>
              <a:t>rezultatus</a:t>
            </a:r>
            <a:r>
              <a:rPr lang="en-US" dirty="0"/>
              <a:t> (Share)</a:t>
            </a:r>
          </a:p>
          <a:p>
            <a:pPr marL="514350" indent="-514350">
              <a:buFont typeface="+mj-lt"/>
              <a:buAutoNum type="arabicPeriod"/>
            </a:pPr>
            <a:r>
              <a:rPr lang="en-US" dirty="0" err="1"/>
              <a:t>Priimti</a:t>
            </a:r>
            <a:r>
              <a:rPr lang="en-US" dirty="0"/>
              <a:t> </a:t>
            </a:r>
            <a:r>
              <a:rPr lang="en-US" dirty="0" err="1"/>
              <a:t>ir</a:t>
            </a:r>
            <a:r>
              <a:rPr lang="en-US" dirty="0"/>
              <a:t> </a:t>
            </a:r>
            <a:r>
              <a:rPr lang="en-US" dirty="0" err="1"/>
              <a:t>įgyvendinti</a:t>
            </a:r>
            <a:r>
              <a:rPr lang="en-US" dirty="0"/>
              <a:t> </a:t>
            </a:r>
            <a:r>
              <a:rPr lang="en-US" dirty="0" err="1"/>
              <a:t>duomenimis</a:t>
            </a:r>
            <a:r>
              <a:rPr lang="en-US" dirty="0"/>
              <a:t> </a:t>
            </a:r>
            <a:r>
              <a:rPr lang="en-US" dirty="0" err="1"/>
              <a:t>paremtus</a:t>
            </a:r>
            <a:r>
              <a:rPr lang="en-US" dirty="0"/>
              <a:t> </a:t>
            </a:r>
            <a:r>
              <a:rPr lang="en-US" dirty="0" err="1"/>
              <a:t>sprendimus</a:t>
            </a:r>
            <a:r>
              <a:rPr lang="en-US" dirty="0"/>
              <a:t> (Act)</a:t>
            </a:r>
          </a:p>
        </p:txBody>
      </p:sp>
    </p:spTree>
    <p:extLst>
      <p:ext uri="{BB962C8B-B14F-4D97-AF65-F5344CB8AC3E}">
        <p14:creationId xmlns:p14="http://schemas.microsoft.com/office/powerpoint/2010/main" val="28353265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C5FFCDE1-9169-59AA-F088-EBDB835E4AAF}"/>
              </a:ext>
            </a:extLst>
          </p:cNvPr>
          <p:cNvSpPr>
            <a:spLocks noGrp="1"/>
          </p:cNvSpPr>
          <p:nvPr>
            <p:ph type="title"/>
          </p:nvPr>
        </p:nvSpPr>
        <p:spPr/>
        <p:txBody>
          <a:bodyPr/>
          <a:lstStyle/>
          <a:p>
            <a:r>
              <a:rPr lang="lt-LT" dirty="0"/>
              <a:t>Statistika</a:t>
            </a:r>
          </a:p>
        </p:txBody>
      </p:sp>
      <p:sp>
        <p:nvSpPr>
          <p:cNvPr id="3" name="Turinio vietos rezervavimo ženklas 2">
            <a:extLst>
              <a:ext uri="{FF2B5EF4-FFF2-40B4-BE49-F238E27FC236}">
                <a16:creationId xmlns:a16="http://schemas.microsoft.com/office/drawing/2014/main" id="{4CEEA278-1972-AB2F-F56F-D51C0404FAF3}"/>
              </a:ext>
            </a:extLst>
          </p:cNvPr>
          <p:cNvSpPr>
            <a:spLocks noGrp="1"/>
          </p:cNvSpPr>
          <p:nvPr>
            <p:ph idx="1"/>
          </p:nvPr>
        </p:nvSpPr>
        <p:spPr/>
        <p:txBody>
          <a:bodyPr/>
          <a:lstStyle/>
          <a:p>
            <a:r>
              <a:rPr lang="lt-LT" dirty="0"/>
              <a:t>Duomenų analizės sritis, kuri nagrinėja duomenų rinkimą, apdorojimą, apibendrinimą ir interpretavimą, siekiant priimti pagrįstus sprendimus.</a:t>
            </a:r>
          </a:p>
          <a:p>
            <a:endParaRPr lang="lt-LT" dirty="0"/>
          </a:p>
          <a:p>
            <a:r>
              <a:rPr lang="lt-LT" dirty="0">
                <a:highlight>
                  <a:srgbClr val="FFFF00"/>
                </a:highlight>
              </a:rPr>
              <a:t>Aprašomoji</a:t>
            </a:r>
            <a:r>
              <a:rPr lang="en-US" dirty="0">
                <a:highlight>
                  <a:srgbClr val="FFFF00"/>
                </a:highlight>
              </a:rPr>
              <a:t> - descriptive</a:t>
            </a:r>
            <a:endParaRPr lang="lt-LT" dirty="0">
              <a:highlight>
                <a:srgbClr val="FFFF00"/>
              </a:highlight>
            </a:endParaRPr>
          </a:p>
          <a:p>
            <a:r>
              <a:rPr lang="lt-LT" dirty="0">
                <a:highlight>
                  <a:srgbClr val="00FF00"/>
                </a:highlight>
              </a:rPr>
              <a:t>Išvestinė</a:t>
            </a:r>
            <a:r>
              <a:rPr lang="en-US" dirty="0">
                <a:highlight>
                  <a:srgbClr val="00FF00"/>
                </a:highlight>
              </a:rPr>
              <a:t> - inferential</a:t>
            </a:r>
            <a:endParaRPr lang="lt-LT" dirty="0">
              <a:highlight>
                <a:srgbClr val="00FF00"/>
              </a:highlight>
            </a:endParaRPr>
          </a:p>
        </p:txBody>
      </p:sp>
    </p:spTree>
    <p:extLst>
      <p:ext uri="{BB962C8B-B14F-4D97-AF65-F5344CB8AC3E}">
        <p14:creationId xmlns:p14="http://schemas.microsoft.com/office/powerpoint/2010/main" val="5163680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EA722-37E2-1F45-13F8-0685102ABCB8}"/>
              </a:ext>
            </a:extLst>
          </p:cNvPr>
          <p:cNvSpPr>
            <a:spLocks noGrp="1"/>
          </p:cNvSpPr>
          <p:nvPr>
            <p:ph type="title"/>
          </p:nvPr>
        </p:nvSpPr>
        <p:spPr/>
        <p:txBody>
          <a:bodyPr/>
          <a:lstStyle/>
          <a:p>
            <a:r>
              <a:rPr lang="lt-LT" dirty="0"/>
              <a:t>Aprašomoji statistika</a:t>
            </a:r>
            <a:endParaRPr lang="en-US" dirty="0"/>
          </a:p>
        </p:txBody>
      </p:sp>
      <p:sp>
        <p:nvSpPr>
          <p:cNvPr id="3" name="Content Placeholder 2">
            <a:extLst>
              <a:ext uri="{FF2B5EF4-FFF2-40B4-BE49-F238E27FC236}">
                <a16:creationId xmlns:a16="http://schemas.microsoft.com/office/drawing/2014/main" id="{E01AB93E-BF92-8474-4506-9F6F76B47451}"/>
              </a:ext>
            </a:extLst>
          </p:cNvPr>
          <p:cNvSpPr>
            <a:spLocks noGrp="1"/>
          </p:cNvSpPr>
          <p:nvPr>
            <p:ph idx="1"/>
          </p:nvPr>
        </p:nvSpPr>
        <p:spPr/>
        <p:txBody>
          <a:bodyPr>
            <a:normAutofit fontScale="62500" lnSpcReduction="20000"/>
          </a:bodyPr>
          <a:lstStyle/>
          <a:p>
            <a:r>
              <a:rPr lang="lt-LT" dirty="0"/>
              <a:t>Statistikos dalis, skirta </a:t>
            </a:r>
            <a:r>
              <a:rPr lang="lt-LT" b="1" dirty="0"/>
              <a:t>apibūdinti ir apibendrinti turimus duomenis</a:t>
            </a:r>
            <a:r>
              <a:rPr lang="lt-LT" dirty="0"/>
              <a:t>, </a:t>
            </a:r>
            <a:r>
              <a:rPr lang="lt-LT" dirty="0">
                <a:highlight>
                  <a:srgbClr val="FFFF00"/>
                </a:highlight>
              </a:rPr>
              <a:t>nebandant daryti apibendrinimų už tiriamų duomenų ribų.</a:t>
            </a:r>
          </a:p>
          <a:p>
            <a:r>
              <a:rPr lang="lt-LT" dirty="0"/>
              <a:t>Pagrindiniai tikslai:</a:t>
            </a:r>
          </a:p>
          <a:p>
            <a:pPr marL="457200" lvl="1" indent="0">
              <a:buNone/>
            </a:pPr>
            <a:r>
              <a:rPr lang="lt-LT" dirty="0"/>
              <a:t>Suprasti duomenų struktūrą</a:t>
            </a:r>
          </a:p>
          <a:p>
            <a:pPr marL="457200" lvl="1" indent="0">
              <a:buNone/>
            </a:pPr>
            <a:r>
              <a:rPr lang="lt-LT" dirty="0"/>
              <a:t>Įvertinti tipines reikšmes</a:t>
            </a:r>
          </a:p>
          <a:p>
            <a:pPr marL="457200" lvl="1" indent="0">
              <a:buNone/>
            </a:pPr>
            <a:r>
              <a:rPr lang="lt-LT" dirty="0"/>
              <a:t>Nustatyti duomenų išsibarstymą</a:t>
            </a:r>
          </a:p>
          <a:p>
            <a:pPr marL="457200" lvl="1" indent="0">
              <a:buNone/>
            </a:pPr>
            <a:r>
              <a:rPr lang="lt-LT" dirty="0"/>
              <a:t>Aptikti išskirtis (</a:t>
            </a:r>
            <a:r>
              <a:rPr lang="lt-LT" dirty="0" err="1"/>
              <a:t>outliers</a:t>
            </a:r>
            <a:r>
              <a:rPr lang="lt-LT" dirty="0"/>
              <a:t>)</a:t>
            </a:r>
          </a:p>
          <a:p>
            <a:pPr lvl="1"/>
            <a:r>
              <a:rPr lang="lt-LT" b="1" dirty="0"/>
              <a:t>Dažniausiai naudojami rodikliai:</a:t>
            </a:r>
          </a:p>
          <a:p>
            <a:pPr marL="457200" lvl="1" indent="0">
              <a:buNone/>
            </a:pPr>
            <a:endParaRPr lang="lt-LT" dirty="0"/>
          </a:p>
          <a:p>
            <a:pPr marL="457200" lvl="1" indent="0">
              <a:buNone/>
            </a:pPr>
            <a:r>
              <a:rPr lang="lt-LT" dirty="0">
                <a:highlight>
                  <a:srgbClr val="00FF00"/>
                </a:highlight>
              </a:rPr>
              <a:t>Centrinės tendencijos: vidurkis, mediana, moda</a:t>
            </a:r>
          </a:p>
          <a:p>
            <a:pPr marL="457200" lvl="1" indent="0">
              <a:buNone/>
            </a:pPr>
            <a:r>
              <a:rPr lang="lt-LT" dirty="0"/>
              <a:t>Sklaidos rodikliai: minimumas, maksimumas, rėžis, dispersija, standartinis nuokrypis</a:t>
            </a:r>
          </a:p>
          <a:p>
            <a:pPr marL="457200" lvl="1" indent="0">
              <a:buNone/>
            </a:pPr>
            <a:r>
              <a:rPr lang="lt-LT" dirty="0"/>
              <a:t>Dažniai ir proporcijos</a:t>
            </a:r>
          </a:p>
          <a:p>
            <a:pPr marL="457200" lvl="1" indent="0">
              <a:buNone/>
            </a:pPr>
            <a:endParaRPr lang="lt-LT" dirty="0"/>
          </a:p>
          <a:p>
            <a:pPr marL="457200" lvl="1" indent="0">
              <a:buNone/>
            </a:pPr>
            <a:r>
              <a:rPr lang="lt-LT" dirty="0">
                <a:highlight>
                  <a:srgbClr val="00FFFF"/>
                </a:highlight>
              </a:rPr>
              <a:t>Vizualizacijos: histogramos, </a:t>
            </a:r>
            <a:r>
              <a:rPr lang="lt-LT" dirty="0" err="1">
                <a:highlight>
                  <a:srgbClr val="00FFFF"/>
                </a:highlight>
              </a:rPr>
              <a:t>boxplot</a:t>
            </a:r>
            <a:r>
              <a:rPr lang="lt-LT" dirty="0">
                <a:highlight>
                  <a:srgbClr val="00FFFF"/>
                </a:highlight>
              </a:rPr>
              <a:t>, stulpelinės diagramos</a:t>
            </a:r>
          </a:p>
          <a:p>
            <a:pPr marL="457200" lvl="1" indent="0">
              <a:buNone/>
            </a:pPr>
            <a:endParaRPr lang="lt-LT" dirty="0"/>
          </a:p>
          <a:p>
            <a:pPr marL="457200" lvl="1" indent="0">
              <a:buNone/>
            </a:pPr>
            <a:r>
              <a:rPr lang="lt-LT" b="1" dirty="0"/>
              <a:t>Analitinis kontekstas:</a:t>
            </a:r>
            <a:br>
              <a:rPr lang="lt-LT" dirty="0"/>
            </a:br>
            <a:r>
              <a:rPr lang="lt-LT" dirty="0"/>
              <a:t>Naudojama pradiniame analizės etape (EDA – </a:t>
            </a:r>
            <a:r>
              <a:rPr lang="lt-LT" dirty="0" err="1"/>
              <a:t>Exploratory</a:t>
            </a:r>
            <a:r>
              <a:rPr lang="lt-LT" dirty="0"/>
              <a:t> Data </a:t>
            </a:r>
            <a:r>
              <a:rPr lang="lt-LT" dirty="0" err="1"/>
              <a:t>Analysis</a:t>
            </a:r>
            <a:r>
              <a:rPr lang="lt-LT" dirty="0"/>
              <a:t>), prieš taikant sudėtingesnius modelius ar prognozes.</a:t>
            </a:r>
          </a:p>
          <a:p>
            <a:endParaRPr lang="lt-LT" dirty="0" err="1"/>
          </a:p>
        </p:txBody>
      </p:sp>
    </p:spTree>
    <p:extLst>
      <p:ext uri="{BB962C8B-B14F-4D97-AF65-F5344CB8AC3E}">
        <p14:creationId xmlns:p14="http://schemas.microsoft.com/office/powerpoint/2010/main" val="27134462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8C2A418D-8D7C-FA46-F9C8-C3E4616481C0}"/>
              </a:ext>
            </a:extLst>
          </p:cNvPr>
          <p:cNvSpPr>
            <a:spLocks noGrp="1"/>
          </p:cNvSpPr>
          <p:nvPr>
            <p:ph type="title"/>
          </p:nvPr>
        </p:nvSpPr>
        <p:spPr/>
        <p:txBody>
          <a:bodyPr/>
          <a:lstStyle/>
          <a:p>
            <a:r>
              <a:rPr lang="lt-LT" dirty="0">
                <a:highlight>
                  <a:srgbClr val="FFFF00"/>
                </a:highlight>
              </a:rPr>
              <a:t>Išvestinė statistika</a:t>
            </a:r>
          </a:p>
        </p:txBody>
      </p:sp>
      <p:sp>
        <p:nvSpPr>
          <p:cNvPr id="3" name="Turinio vietos rezervavimo ženklas 2">
            <a:extLst>
              <a:ext uri="{FF2B5EF4-FFF2-40B4-BE49-F238E27FC236}">
                <a16:creationId xmlns:a16="http://schemas.microsoft.com/office/drawing/2014/main" id="{FF13B625-6971-B1FC-7F48-6D0043F3CA91}"/>
              </a:ext>
            </a:extLst>
          </p:cNvPr>
          <p:cNvSpPr>
            <a:spLocks noGrp="1"/>
          </p:cNvSpPr>
          <p:nvPr>
            <p:ph idx="1"/>
          </p:nvPr>
        </p:nvSpPr>
        <p:spPr/>
        <p:txBody>
          <a:bodyPr>
            <a:normAutofit fontScale="70000" lnSpcReduction="20000"/>
          </a:bodyPr>
          <a:lstStyle/>
          <a:p>
            <a:r>
              <a:rPr lang="lt-LT" dirty="0"/>
              <a:t>Statistikos dalis, skirta </a:t>
            </a:r>
            <a:r>
              <a:rPr lang="lt-LT" b="1" dirty="0"/>
              <a:t>daryti išvadas apie populiaciją</a:t>
            </a:r>
            <a:r>
              <a:rPr lang="lt-LT" dirty="0"/>
              <a:t>, remiantis imties duomenimis.</a:t>
            </a:r>
          </a:p>
          <a:p>
            <a:pPr marL="0" indent="0">
              <a:buNone/>
            </a:pPr>
            <a:r>
              <a:rPr lang="lt-LT" dirty="0"/>
              <a:t>Pagrindiniai tikslai:</a:t>
            </a:r>
          </a:p>
          <a:p>
            <a:pPr lvl="1"/>
            <a:r>
              <a:rPr lang="lt-LT" dirty="0"/>
              <a:t>Įvertinti populiacijos parametrus</a:t>
            </a:r>
          </a:p>
          <a:p>
            <a:pPr lvl="1"/>
            <a:r>
              <a:rPr lang="lt-LT" dirty="0"/>
              <a:t>Testuoti hipotezes</a:t>
            </a:r>
          </a:p>
          <a:p>
            <a:pPr lvl="1"/>
            <a:r>
              <a:rPr lang="lt-LT" dirty="0"/>
              <a:t>Vertinti ryšius tarp kintamųjų</a:t>
            </a:r>
          </a:p>
          <a:p>
            <a:pPr lvl="1"/>
            <a:r>
              <a:rPr lang="lt-LT" dirty="0"/>
              <a:t>Įvertinti neapibrėžtumą ir riziką</a:t>
            </a:r>
          </a:p>
          <a:p>
            <a:pPr lvl="1"/>
            <a:endParaRPr lang="lt-LT" dirty="0"/>
          </a:p>
          <a:p>
            <a:pPr marL="457200" lvl="1" indent="0">
              <a:buNone/>
            </a:pPr>
            <a:r>
              <a:rPr lang="lt-LT" dirty="0"/>
              <a:t>Dažniausi metodai:</a:t>
            </a:r>
          </a:p>
          <a:p>
            <a:pPr lvl="1"/>
            <a:r>
              <a:rPr lang="lt-LT" dirty="0" err="1"/>
              <a:t>Pasikliautiniai</a:t>
            </a:r>
            <a:r>
              <a:rPr lang="lt-LT" dirty="0"/>
              <a:t> intervalai</a:t>
            </a:r>
          </a:p>
          <a:p>
            <a:pPr lvl="1"/>
            <a:r>
              <a:rPr lang="lt-LT" dirty="0"/>
              <a:t>Hipotezių testavimas</a:t>
            </a:r>
          </a:p>
          <a:p>
            <a:pPr lvl="1"/>
            <a:r>
              <a:rPr lang="lt-LT" dirty="0"/>
              <a:t>Koreliacija ir regresija</a:t>
            </a:r>
          </a:p>
          <a:p>
            <a:pPr lvl="1"/>
            <a:r>
              <a:rPr lang="lt-LT" dirty="0"/>
              <a:t>Tikimybių modeliai</a:t>
            </a:r>
          </a:p>
          <a:p>
            <a:pPr lvl="1"/>
            <a:endParaRPr lang="lt-LT" dirty="0"/>
          </a:p>
          <a:p>
            <a:pPr marL="0" indent="0">
              <a:buNone/>
            </a:pPr>
            <a:r>
              <a:rPr lang="lt-LT" dirty="0"/>
              <a:t>Analitinis kontekstas:</a:t>
            </a:r>
            <a:br>
              <a:rPr lang="lt-LT" dirty="0"/>
            </a:br>
            <a:r>
              <a:rPr lang="lt-LT" dirty="0"/>
              <a:t>Naudojama tada, kai reikia pagrįsti sprendimus, prognozuoti arba patikrinti verslo hipotezes.</a:t>
            </a:r>
          </a:p>
          <a:p>
            <a:endParaRPr lang="lt-LT" dirty="0"/>
          </a:p>
        </p:txBody>
      </p:sp>
    </p:spTree>
    <p:extLst>
      <p:ext uri="{BB962C8B-B14F-4D97-AF65-F5344CB8AC3E}">
        <p14:creationId xmlns:p14="http://schemas.microsoft.com/office/powerpoint/2010/main" val="31371253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60BC4-9796-A48E-5787-714B10C3CFBD}"/>
              </a:ext>
            </a:extLst>
          </p:cNvPr>
          <p:cNvSpPr>
            <a:spLocks noGrp="1"/>
          </p:cNvSpPr>
          <p:nvPr>
            <p:ph type="title"/>
          </p:nvPr>
        </p:nvSpPr>
        <p:spPr/>
        <p:txBody>
          <a:bodyPr/>
          <a:lstStyle/>
          <a:p>
            <a:r>
              <a:rPr lang="lt-LT" noProof="0" dirty="0"/>
              <a:t>Duomenų tipai</a:t>
            </a:r>
          </a:p>
        </p:txBody>
      </p:sp>
      <p:sp>
        <p:nvSpPr>
          <p:cNvPr id="3" name="Content Placeholder 2">
            <a:extLst>
              <a:ext uri="{FF2B5EF4-FFF2-40B4-BE49-F238E27FC236}">
                <a16:creationId xmlns:a16="http://schemas.microsoft.com/office/drawing/2014/main" id="{32617E03-0427-9877-E5CC-77EBFD0A4485}"/>
              </a:ext>
            </a:extLst>
          </p:cNvPr>
          <p:cNvSpPr>
            <a:spLocks noGrp="1"/>
          </p:cNvSpPr>
          <p:nvPr>
            <p:ph idx="1"/>
          </p:nvPr>
        </p:nvSpPr>
        <p:spPr>
          <a:xfrm>
            <a:off x="838200" y="1825625"/>
            <a:ext cx="10515600" cy="1325563"/>
          </a:xfrm>
        </p:spPr>
        <p:txBody>
          <a:bodyPr/>
          <a:lstStyle/>
          <a:p>
            <a:r>
              <a:rPr lang="lt-LT" noProof="0" dirty="0"/>
              <a:t>Kokybiniai</a:t>
            </a:r>
          </a:p>
          <a:p>
            <a:pPr lvl="1"/>
            <a:r>
              <a:rPr lang="lt-LT" noProof="0" dirty="0"/>
              <a:t>Kategoriniai (Automobilių markės, akių spalva ir pan.)</a:t>
            </a:r>
          </a:p>
          <a:p>
            <a:pPr lvl="1"/>
            <a:r>
              <a:rPr lang="lt-LT" noProof="0" dirty="0" err="1"/>
              <a:t>Ranginiai</a:t>
            </a:r>
            <a:r>
              <a:rPr lang="lt-LT" noProof="0" dirty="0"/>
              <a:t> (Klientų pasitenkinimas, išsilavinimas ir pan.)</a:t>
            </a:r>
          </a:p>
          <a:p>
            <a:pPr marL="457200" lvl="1" indent="0">
              <a:buNone/>
            </a:pPr>
            <a:endParaRPr lang="lt-LT" noProof="0" dirty="0"/>
          </a:p>
        </p:txBody>
      </p:sp>
      <p:sp>
        <p:nvSpPr>
          <p:cNvPr id="6" name="Content Placeholder 2">
            <a:extLst>
              <a:ext uri="{FF2B5EF4-FFF2-40B4-BE49-F238E27FC236}">
                <a16:creationId xmlns:a16="http://schemas.microsoft.com/office/drawing/2014/main" id="{1B9ECCD6-16A8-8EA6-3A6D-2BECFB69E8AF}"/>
              </a:ext>
            </a:extLst>
          </p:cNvPr>
          <p:cNvSpPr txBox="1">
            <a:spLocks/>
          </p:cNvSpPr>
          <p:nvPr/>
        </p:nvSpPr>
        <p:spPr>
          <a:xfrm>
            <a:off x="838200" y="3688890"/>
            <a:ext cx="10515600" cy="13255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lt-LT" noProof="0" dirty="0"/>
              <a:t>Kiekybiniai</a:t>
            </a:r>
          </a:p>
          <a:p>
            <a:pPr lvl="1"/>
            <a:r>
              <a:rPr lang="lt-LT" noProof="0" dirty="0"/>
              <a:t>Diskretieji (Pagamintų produktų kiekis, </a:t>
            </a:r>
            <a:r>
              <a:rPr lang="lt-LT" noProof="0" dirty="0" err="1"/>
              <a:t>student</a:t>
            </a:r>
            <a:r>
              <a:rPr lang="lt-LT" noProof="0" dirty="0"/>
              <a:t> skaičius ir pan.)</a:t>
            </a:r>
          </a:p>
          <a:p>
            <a:pPr lvl="1"/>
            <a:r>
              <a:rPr lang="lt-LT" noProof="0" dirty="0"/>
              <a:t>Tolydieji (Svoris, temperatūra ir pan.)</a:t>
            </a:r>
          </a:p>
          <a:p>
            <a:pPr marL="457200" lvl="1" indent="0">
              <a:buFont typeface="Arial" panose="020B0604020202020204" pitchFamily="34" charset="0"/>
              <a:buNone/>
            </a:pPr>
            <a:endParaRPr lang="lt-LT" noProof="0" dirty="0"/>
          </a:p>
        </p:txBody>
      </p:sp>
    </p:spTree>
    <p:extLst>
      <p:ext uri="{BB962C8B-B14F-4D97-AF65-F5344CB8AC3E}">
        <p14:creationId xmlns:p14="http://schemas.microsoft.com/office/powerpoint/2010/main" val="9936586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AD50C399-B501-5E61-335E-65E15B8B82F5}"/>
              </a:ext>
            </a:extLst>
          </p:cNvPr>
          <p:cNvSpPr>
            <a:spLocks noGrp="1"/>
          </p:cNvSpPr>
          <p:nvPr>
            <p:ph type="title"/>
          </p:nvPr>
        </p:nvSpPr>
        <p:spPr/>
        <p:txBody>
          <a:bodyPr/>
          <a:lstStyle/>
          <a:p>
            <a:r>
              <a:rPr lang="lt-LT" dirty="0"/>
              <a:t>Kokybiniai duomenys - kategoriniai </a:t>
            </a:r>
          </a:p>
        </p:txBody>
      </p:sp>
      <p:sp>
        <p:nvSpPr>
          <p:cNvPr id="3" name="Turinio vietos rezervavimo ženklas 2">
            <a:extLst>
              <a:ext uri="{FF2B5EF4-FFF2-40B4-BE49-F238E27FC236}">
                <a16:creationId xmlns:a16="http://schemas.microsoft.com/office/drawing/2014/main" id="{0F891356-45EC-07C0-7472-2D840A642FF9}"/>
              </a:ext>
            </a:extLst>
          </p:cNvPr>
          <p:cNvSpPr>
            <a:spLocks noGrp="1"/>
          </p:cNvSpPr>
          <p:nvPr>
            <p:ph idx="1"/>
          </p:nvPr>
        </p:nvSpPr>
        <p:spPr/>
        <p:txBody>
          <a:bodyPr>
            <a:normAutofit fontScale="92500" lnSpcReduction="20000"/>
          </a:bodyPr>
          <a:lstStyle/>
          <a:p>
            <a:r>
              <a:rPr lang="lt-LT" dirty="0"/>
              <a:t>Duomenys, kurie aprašo </a:t>
            </a:r>
            <a:r>
              <a:rPr lang="lt-LT" b="1" dirty="0"/>
              <a:t>savybes, kategorijas arba grupes</a:t>
            </a:r>
            <a:r>
              <a:rPr lang="lt-LT" dirty="0"/>
              <a:t>, o ne skaitines reikšmes.</a:t>
            </a:r>
          </a:p>
          <a:p>
            <a:pPr marL="0" indent="0">
              <a:buNone/>
            </a:pPr>
            <a:r>
              <a:rPr lang="lt-LT" dirty="0"/>
              <a:t>Kokybiniai duomenys dažniausiai analizuojami naudojant dažnius, proporcijas ir pasiskirstymus, o ne aritmetinius skaičiavimus.</a:t>
            </a:r>
          </a:p>
          <a:p>
            <a:pPr marL="0" indent="0">
              <a:buNone/>
            </a:pPr>
            <a:endParaRPr lang="lt-LT" b="1" dirty="0"/>
          </a:p>
          <a:p>
            <a:pPr marL="0" indent="0">
              <a:buNone/>
            </a:pPr>
            <a:r>
              <a:rPr lang="lt-LT" b="1" dirty="0"/>
              <a:t>Kategoriniai (nominalūs) duomenys</a:t>
            </a:r>
            <a:br>
              <a:rPr lang="lt-LT" dirty="0"/>
            </a:br>
            <a:r>
              <a:rPr lang="lt-LT" dirty="0"/>
              <a:t>Kokybiniai duomenys, kurių reikšmės </a:t>
            </a:r>
            <a:r>
              <a:rPr lang="lt-LT" b="1" dirty="0"/>
              <a:t>neturi jokios vidinės tvarkos</a:t>
            </a:r>
            <a:r>
              <a:rPr lang="lt-LT" dirty="0"/>
              <a:t>.</a:t>
            </a:r>
          </a:p>
          <a:p>
            <a:pPr marL="0" indent="0">
              <a:buNone/>
            </a:pPr>
            <a:r>
              <a:rPr lang="lt-LT" dirty="0"/>
              <a:t>Analitinis kontekstas:</a:t>
            </a:r>
          </a:p>
          <a:p>
            <a:r>
              <a:rPr lang="lt-LT" dirty="0"/>
              <a:t>Negalima skaičiuoti vidurkio ar medianos</a:t>
            </a:r>
          </a:p>
          <a:p>
            <a:r>
              <a:rPr lang="lt-LT" dirty="0"/>
              <a:t>Tinkami rodikliai: dažnis, procentinė dalis</a:t>
            </a:r>
          </a:p>
          <a:p>
            <a:r>
              <a:rPr lang="lt-LT" dirty="0"/>
              <a:t>Dažnos vizualizacijos: stulpelinės diagramos, skritulinės diagramos</a:t>
            </a:r>
          </a:p>
          <a:p>
            <a:endParaRPr lang="lt-LT" dirty="0"/>
          </a:p>
        </p:txBody>
      </p:sp>
    </p:spTree>
    <p:extLst>
      <p:ext uri="{BB962C8B-B14F-4D97-AF65-F5344CB8AC3E}">
        <p14:creationId xmlns:p14="http://schemas.microsoft.com/office/powerpoint/2010/main" val="5581573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AEDCBDCD-FD80-E319-DD5F-97A7A2677A60}"/>
              </a:ext>
            </a:extLst>
          </p:cNvPr>
          <p:cNvSpPr>
            <a:spLocks noGrp="1"/>
          </p:cNvSpPr>
          <p:nvPr>
            <p:ph type="title"/>
          </p:nvPr>
        </p:nvSpPr>
        <p:spPr/>
        <p:txBody>
          <a:bodyPr/>
          <a:lstStyle/>
          <a:p>
            <a:r>
              <a:rPr lang="lt-LT" dirty="0"/>
              <a:t>Kokybiniai duomenys - </a:t>
            </a:r>
            <a:r>
              <a:rPr lang="lt-LT" dirty="0" err="1"/>
              <a:t>ranginiai</a:t>
            </a:r>
            <a:r>
              <a:rPr lang="lt-LT" dirty="0"/>
              <a:t> </a:t>
            </a:r>
          </a:p>
        </p:txBody>
      </p:sp>
      <p:sp>
        <p:nvSpPr>
          <p:cNvPr id="3" name="Turinio vietos rezervavimo ženklas 2">
            <a:extLst>
              <a:ext uri="{FF2B5EF4-FFF2-40B4-BE49-F238E27FC236}">
                <a16:creationId xmlns:a16="http://schemas.microsoft.com/office/drawing/2014/main" id="{4C6DA7CE-414D-CA72-C370-059A4E345D4E}"/>
              </a:ext>
            </a:extLst>
          </p:cNvPr>
          <p:cNvSpPr>
            <a:spLocks noGrp="1"/>
          </p:cNvSpPr>
          <p:nvPr>
            <p:ph idx="1"/>
          </p:nvPr>
        </p:nvSpPr>
        <p:spPr/>
        <p:txBody>
          <a:bodyPr>
            <a:normAutofit/>
          </a:bodyPr>
          <a:lstStyle/>
          <a:p>
            <a:pPr marL="0" indent="0">
              <a:buNone/>
            </a:pPr>
            <a:r>
              <a:rPr lang="lt-LT" dirty="0" err="1"/>
              <a:t>Ranginiai</a:t>
            </a:r>
            <a:r>
              <a:rPr lang="lt-LT" dirty="0"/>
              <a:t> (</a:t>
            </a:r>
            <a:r>
              <a:rPr lang="lt-LT" dirty="0" err="1"/>
              <a:t>ordinaciniai</a:t>
            </a:r>
            <a:r>
              <a:rPr lang="lt-LT" dirty="0"/>
              <a:t>) duomenys</a:t>
            </a:r>
            <a:br>
              <a:rPr lang="lt-LT" dirty="0"/>
            </a:br>
            <a:r>
              <a:rPr lang="lt-LT" dirty="0"/>
              <a:t>Kokybiniai duomenys, kurių reikšmės turi </a:t>
            </a:r>
            <a:r>
              <a:rPr lang="lt-LT" b="1" dirty="0"/>
              <a:t>natūralią tvarką</a:t>
            </a:r>
            <a:r>
              <a:rPr lang="lt-LT" dirty="0"/>
              <a:t>, tačiau </a:t>
            </a:r>
            <a:r>
              <a:rPr lang="lt-LT" b="1" dirty="0"/>
              <a:t>atstumai tarp reikšmių nėra lygūs</a:t>
            </a:r>
            <a:r>
              <a:rPr lang="lt-LT" dirty="0"/>
              <a:t>.</a:t>
            </a:r>
          </a:p>
          <a:p>
            <a:pPr marL="0" indent="0">
              <a:buNone/>
            </a:pPr>
            <a:endParaRPr lang="lt-LT" dirty="0"/>
          </a:p>
          <a:p>
            <a:pPr marL="0" indent="0">
              <a:buNone/>
            </a:pPr>
            <a:r>
              <a:rPr lang="lt-LT" dirty="0"/>
              <a:t>Analitinis kontekstas:</a:t>
            </a:r>
          </a:p>
          <a:p>
            <a:r>
              <a:rPr lang="lt-LT" dirty="0"/>
              <a:t>Galima nustatyti tvarką, bet ne tikslius skirtumus</a:t>
            </a:r>
          </a:p>
          <a:p>
            <a:r>
              <a:rPr lang="lt-LT" dirty="0"/>
              <a:t>Dažniausiai naudojama mediana, moda</a:t>
            </a:r>
          </a:p>
          <a:p>
            <a:r>
              <a:rPr lang="lt-LT" dirty="0"/>
              <a:t>Dažnos vizualizacijos: stulpelinės diagramos, </a:t>
            </a:r>
            <a:r>
              <a:rPr lang="lt-LT" dirty="0" err="1"/>
              <a:t>boxplot</a:t>
            </a:r>
            <a:r>
              <a:rPr lang="lt-LT" dirty="0"/>
              <a:t> (atsargiai interpretuojant)</a:t>
            </a:r>
          </a:p>
          <a:p>
            <a:endParaRPr lang="lt-LT" dirty="0"/>
          </a:p>
        </p:txBody>
      </p:sp>
    </p:spTree>
    <p:extLst>
      <p:ext uri="{BB962C8B-B14F-4D97-AF65-F5344CB8AC3E}">
        <p14:creationId xmlns:p14="http://schemas.microsoft.com/office/powerpoint/2010/main" val="10790683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05E4B1AC-455F-2606-30CE-FF28702D62F6}"/>
              </a:ext>
            </a:extLst>
          </p:cNvPr>
          <p:cNvSpPr>
            <a:spLocks noGrp="1"/>
          </p:cNvSpPr>
          <p:nvPr>
            <p:ph type="title"/>
          </p:nvPr>
        </p:nvSpPr>
        <p:spPr/>
        <p:txBody>
          <a:bodyPr/>
          <a:lstStyle/>
          <a:p>
            <a:r>
              <a:rPr lang="lt-LT" dirty="0"/>
              <a:t>Kiekybiniai duomenys - diskretieji</a:t>
            </a:r>
          </a:p>
        </p:txBody>
      </p:sp>
      <p:sp>
        <p:nvSpPr>
          <p:cNvPr id="3" name="Turinio vietos rezervavimo ženklas 2">
            <a:extLst>
              <a:ext uri="{FF2B5EF4-FFF2-40B4-BE49-F238E27FC236}">
                <a16:creationId xmlns:a16="http://schemas.microsoft.com/office/drawing/2014/main" id="{34424482-FFC7-4676-24DE-B3A2C5D0FCD4}"/>
              </a:ext>
            </a:extLst>
          </p:cNvPr>
          <p:cNvSpPr>
            <a:spLocks noGrp="1"/>
          </p:cNvSpPr>
          <p:nvPr>
            <p:ph idx="1"/>
          </p:nvPr>
        </p:nvSpPr>
        <p:spPr/>
        <p:txBody>
          <a:bodyPr>
            <a:normAutofit fontScale="77500" lnSpcReduction="20000"/>
          </a:bodyPr>
          <a:lstStyle/>
          <a:p>
            <a:pPr marL="0" indent="0">
              <a:buNone/>
            </a:pPr>
            <a:r>
              <a:rPr lang="lt-LT" dirty="0"/>
              <a:t>Duomenys, išreikšti </a:t>
            </a:r>
            <a:r>
              <a:rPr lang="lt-LT" b="1" dirty="0"/>
              <a:t>skaitinėmis reikšmėmis</a:t>
            </a:r>
            <a:r>
              <a:rPr lang="lt-LT" dirty="0"/>
              <a:t>, su kuriais galima atlikti matematinius veiksmus ir statistinius skaičiavimus.</a:t>
            </a:r>
          </a:p>
          <a:p>
            <a:pPr marL="0" indent="0">
              <a:buNone/>
            </a:pPr>
            <a:br>
              <a:rPr lang="lt-LT" dirty="0">
                <a:highlight>
                  <a:srgbClr val="FFFF00"/>
                </a:highlight>
              </a:rPr>
            </a:br>
            <a:r>
              <a:rPr lang="lt-LT" dirty="0">
                <a:highlight>
                  <a:srgbClr val="FFFF00"/>
                </a:highlight>
              </a:rPr>
              <a:t>Kiekybiniai duomenys sudaro pagrindą daugumai aprašomosios ir išvestinės statistikos metodų.</a:t>
            </a:r>
          </a:p>
          <a:p>
            <a:pPr marL="0" indent="0">
              <a:buNone/>
            </a:pPr>
            <a:endParaRPr lang="lt-LT" dirty="0"/>
          </a:p>
          <a:p>
            <a:pPr marL="0" indent="0">
              <a:buNone/>
            </a:pPr>
            <a:r>
              <a:rPr lang="lt-LT" dirty="0"/>
              <a:t>Diskretieji duomenys</a:t>
            </a:r>
            <a:br>
              <a:rPr lang="lt-LT" dirty="0"/>
            </a:br>
            <a:r>
              <a:rPr lang="lt-LT" dirty="0"/>
              <a:t>Kiekybiniai duomenys, kurie įgyja </a:t>
            </a:r>
            <a:r>
              <a:rPr lang="lt-LT" b="1" dirty="0"/>
              <a:t>tik atskiras, suskaičiuojamas reikšmes</a:t>
            </a:r>
            <a:r>
              <a:rPr lang="lt-LT" dirty="0"/>
              <a:t>.</a:t>
            </a:r>
          </a:p>
          <a:p>
            <a:pPr marL="0" indent="0">
              <a:buNone/>
            </a:pPr>
            <a:endParaRPr lang="lt-LT" dirty="0"/>
          </a:p>
          <a:p>
            <a:pPr marL="0" indent="0">
              <a:buNone/>
            </a:pPr>
            <a:r>
              <a:rPr lang="lt-LT" dirty="0"/>
              <a:t>Analitinis kontekstas:</a:t>
            </a:r>
          </a:p>
          <a:p>
            <a:r>
              <a:rPr lang="lt-LT" dirty="0"/>
              <a:t>Reikšmės dažniausiai yra sveiki skaičiai</a:t>
            </a:r>
          </a:p>
          <a:p>
            <a:r>
              <a:rPr lang="lt-LT" dirty="0"/>
              <a:t>Tinkami rodikliai: suma, vidurkis, mediana, standartinis nuokrypis</a:t>
            </a:r>
          </a:p>
          <a:p>
            <a:r>
              <a:rPr lang="lt-LT" dirty="0"/>
              <a:t>Dažnos vizualizacijos: stulpelinės diagramos, histogramos</a:t>
            </a:r>
          </a:p>
          <a:p>
            <a:pPr marL="0" indent="0">
              <a:buNone/>
            </a:pPr>
            <a:endParaRPr lang="lt-LT" dirty="0"/>
          </a:p>
        </p:txBody>
      </p:sp>
    </p:spTree>
    <p:extLst>
      <p:ext uri="{BB962C8B-B14F-4D97-AF65-F5344CB8AC3E}">
        <p14:creationId xmlns:p14="http://schemas.microsoft.com/office/powerpoint/2010/main" val="21644047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16B742AA-4B91-D5F0-001C-451A91701B88}"/>
              </a:ext>
            </a:extLst>
          </p:cNvPr>
          <p:cNvSpPr>
            <a:spLocks noGrp="1"/>
          </p:cNvSpPr>
          <p:nvPr>
            <p:ph type="title"/>
          </p:nvPr>
        </p:nvSpPr>
        <p:spPr/>
        <p:txBody>
          <a:bodyPr/>
          <a:lstStyle/>
          <a:p>
            <a:r>
              <a:rPr lang="lt-LT" dirty="0"/>
              <a:t>Kiekybiniai duomenys - tolydieji</a:t>
            </a:r>
          </a:p>
        </p:txBody>
      </p:sp>
      <p:sp>
        <p:nvSpPr>
          <p:cNvPr id="3" name="Turinio vietos rezervavimo ženklas 2">
            <a:extLst>
              <a:ext uri="{FF2B5EF4-FFF2-40B4-BE49-F238E27FC236}">
                <a16:creationId xmlns:a16="http://schemas.microsoft.com/office/drawing/2014/main" id="{1CDB4E73-0A58-015F-B9DA-F0D5E7583CE7}"/>
              </a:ext>
            </a:extLst>
          </p:cNvPr>
          <p:cNvSpPr>
            <a:spLocks noGrp="1"/>
          </p:cNvSpPr>
          <p:nvPr>
            <p:ph idx="1"/>
          </p:nvPr>
        </p:nvSpPr>
        <p:spPr/>
        <p:txBody>
          <a:bodyPr>
            <a:normAutofit fontScale="92500" lnSpcReduction="10000"/>
          </a:bodyPr>
          <a:lstStyle/>
          <a:p>
            <a:pPr marL="0" indent="0">
              <a:buNone/>
            </a:pPr>
            <a:r>
              <a:rPr lang="lt-LT" dirty="0"/>
              <a:t>Kiekybiniai duomenys, kurie gali įgyti </a:t>
            </a:r>
            <a:r>
              <a:rPr lang="lt-LT" b="1" dirty="0"/>
              <a:t>bet kokią reikšmę tam tikrame intervale</a:t>
            </a:r>
            <a:r>
              <a:rPr lang="lt-LT" dirty="0"/>
              <a:t>.</a:t>
            </a:r>
          </a:p>
          <a:p>
            <a:pPr marL="0" indent="0">
              <a:buNone/>
            </a:pPr>
            <a:endParaRPr lang="lt-LT" dirty="0"/>
          </a:p>
          <a:p>
            <a:pPr marL="0" indent="0">
              <a:buNone/>
            </a:pPr>
            <a:r>
              <a:rPr lang="lt-LT" dirty="0"/>
              <a:t>Analitinis kontekstas:</a:t>
            </a:r>
          </a:p>
          <a:p>
            <a:r>
              <a:rPr lang="lt-LT" dirty="0"/>
              <a:t>Reikšmės gali būti trupmeninės</a:t>
            </a:r>
          </a:p>
          <a:p>
            <a:r>
              <a:rPr lang="lt-LT" dirty="0"/>
              <a:t>Plačiai naudojami sklaidos ir pasiskirstymo rodikliai</a:t>
            </a:r>
          </a:p>
          <a:p>
            <a:r>
              <a:rPr lang="lt-LT" dirty="0"/>
              <a:t>Dažnos vizualizacijos: histogramos, </a:t>
            </a:r>
            <a:r>
              <a:rPr lang="lt-LT" dirty="0" err="1"/>
              <a:t>boxplot</a:t>
            </a:r>
            <a:r>
              <a:rPr lang="lt-LT" dirty="0"/>
              <a:t>, tankio kreivės</a:t>
            </a:r>
          </a:p>
          <a:p>
            <a:pPr marL="0" indent="0">
              <a:buNone/>
            </a:pPr>
            <a:endParaRPr lang="lt-LT" dirty="0"/>
          </a:p>
          <a:p>
            <a:pPr marL="0" indent="0">
              <a:buNone/>
            </a:pPr>
            <a:r>
              <a:rPr lang="lt-LT" b="1" dirty="0">
                <a:highlight>
                  <a:srgbClr val="FFFF00"/>
                </a:highlight>
              </a:rPr>
              <a:t>Pinigai</a:t>
            </a:r>
            <a:r>
              <a:rPr lang="lt-LT" dirty="0">
                <a:highlight>
                  <a:srgbClr val="FFFF00"/>
                </a:highlight>
              </a:rPr>
              <a:t> yra </a:t>
            </a:r>
            <a:r>
              <a:rPr lang="lt-LT" b="1" dirty="0">
                <a:highlight>
                  <a:srgbClr val="FFFF00"/>
                </a:highlight>
              </a:rPr>
              <a:t>kiekybiniai, tolydieji duomenys</a:t>
            </a:r>
            <a:r>
              <a:rPr lang="lt-LT" dirty="0">
                <a:highlight>
                  <a:srgbClr val="FFFF00"/>
                </a:highlight>
              </a:rPr>
              <a:t>, tačiau su svarbia analitine pastaba.</a:t>
            </a:r>
          </a:p>
        </p:txBody>
      </p:sp>
    </p:spTree>
    <p:extLst>
      <p:ext uri="{BB962C8B-B14F-4D97-AF65-F5344CB8AC3E}">
        <p14:creationId xmlns:p14="http://schemas.microsoft.com/office/powerpoint/2010/main" val="2551931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4B5C1326-BA05-9B67-D085-0B1E75858D0A}"/>
              </a:ext>
            </a:extLst>
          </p:cNvPr>
          <p:cNvSpPr>
            <a:spLocks noGrp="1"/>
          </p:cNvSpPr>
          <p:nvPr>
            <p:ph type="title"/>
          </p:nvPr>
        </p:nvSpPr>
        <p:spPr/>
        <p:txBody>
          <a:bodyPr/>
          <a:lstStyle/>
          <a:p>
            <a:r>
              <a:rPr lang="lt-LT" dirty="0"/>
              <a:t>Pinigai</a:t>
            </a:r>
          </a:p>
        </p:txBody>
      </p:sp>
      <p:sp>
        <p:nvSpPr>
          <p:cNvPr id="3" name="Turinio vietos rezervavimo ženklas 2">
            <a:extLst>
              <a:ext uri="{FF2B5EF4-FFF2-40B4-BE49-F238E27FC236}">
                <a16:creationId xmlns:a16="http://schemas.microsoft.com/office/drawing/2014/main" id="{72F7C931-5399-0672-FFAD-FDFFA5B62886}"/>
              </a:ext>
            </a:extLst>
          </p:cNvPr>
          <p:cNvSpPr>
            <a:spLocks noGrp="1"/>
          </p:cNvSpPr>
          <p:nvPr>
            <p:ph idx="1"/>
          </p:nvPr>
        </p:nvSpPr>
        <p:spPr/>
        <p:txBody>
          <a:bodyPr>
            <a:normAutofit fontScale="70000" lnSpcReduction="20000"/>
          </a:bodyPr>
          <a:lstStyle/>
          <a:p>
            <a:r>
              <a:rPr lang="lt-LT" dirty="0"/>
              <a:t>Kiekybiniai duomenys, išreiškiantys </a:t>
            </a:r>
            <a:r>
              <a:rPr lang="lt-LT" b="1" dirty="0"/>
              <a:t>ekonominę vertę</a:t>
            </a:r>
            <a:r>
              <a:rPr lang="lt-LT" dirty="0"/>
              <a:t>, paprastai laikomi </a:t>
            </a:r>
            <a:r>
              <a:rPr lang="lt-LT" b="1" dirty="0"/>
              <a:t>tolydžiais duomenimis</a:t>
            </a:r>
            <a:r>
              <a:rPr lang="lt-LT" dirty="0"/>
              <a:t>, nes gali turėti trupmenines reikšmes (centai).</a:t>
            </a:r>
          </a:p>
          <a:p>
            <a:pPr marL="0" indent="0">
              <a:buNone/>
            </a:pPr>
            <a:r>
              <a:rPr lang="lt-LT" dirty="0">
                <a:highlight>
                  <a:srgbClr val="FFFF00"/>
                </a:highlight>
              </a:rPr>
              <a:t>Analitinis patikslinimas:</a:t>
            </a:r>
          </a:p>
          <a:p>
            <a:r>
              <a:rPr lang="lt-LT" dirty="0"/>
              <a:t>Realiame pasaulyje pinigai </a:t>
            </a:r>
            <a:r>
              <a:rPr lang="lt-LT" b="1" dirty="0"/>
              <a:t>teoriškai tolydūs</a:t>
            </a:r>
            <a:endParaRPr lang="lt-LT" dirty="0"/>
          </a:p>
          <a:p>
            <a:r>
              <a:rPr lang="lt-LT" dirty="0"/>
              <a:t>Praktikoje dažnai apdorojami kaip </a:t>
            </a:r>
            <a:r>
              <a:rPr lang="lt-LT" b="1" dirty="0"/>
              <a:t>diskretūs</a:t>
            </a:r>
            <a:r>
              <a:rPr lang="lt-LT" dirty="0"/>
              <a:t> (dėl apvalinimo iki centų)</a:t>
            </a:r>
          </a:p>
          <a:p>
            <a:pPr marL="0" indent="0">
              <a:buNone/>
            </a:pPr>
            <a:r>
              <a:rPr lang="lt-LT" dirty="0">
                <a:highlight>
                  <a:srgbClr val="FFFF00"/>
                </a:highlight>
              </a:rPr>
              <a:t>Matavimo skalė:</a:t>
            </a:r>
          </a:p>
          <a:p>
            <a:r>
              <a:rPr lang="lt-LT" b="1" dirty="0"/>
              <a:t>Santykinė skalė (</a:t>
            </a:r>
            <a:r>
              <a:rPr lang="lt-LT" b="1" dirty="0" err="1"/>
              <a:t>ratio</a:t>
            </a:r>
            <a:r>
              <a:rPr lang="lt-LT" b="1" dirty="0"/>
              <a:t> </a:t>
            </a:r>
            <a:r>
              <a:rPr lang="lt-LT" b="1" dirty="0" err="1"/>
              <a:t>scale</a:t>
            </a:r>
            <a:r>
              <a:rPr lang="lt-LT" b="1" dirty="0"/>
              <a:t>)</a:t>
            </a:r>
            <a:endParaRPr lang="lt-LT" dirty="0"/>
          </a:p>
          <a:p>
            <a:r>
              <a:rPr lang="lt-LT" dirty="0"/>
              <a:t>Turi tikrą nulį (0 € reiškia jokios vertės)</a:t>
            </a:r>
          </a:p>
          <a:p>
            <a:r>
              <a:rPr lang="lt-LT" dirty="0"/>
              <a:t>Galima prasmingai skaičiuoti santykius (100 € yra 2 kartus daugiau nei 50 €)</a:t>
            </a:r>
          </a:p>
          <a:p>
            <a:pPr marL="0" indent="0">
              <a:buNone/>
            </a:pPr>
            <a:r>
              <a:rPr lang="lt-LT" dirty="0"/>
              <a:t>Analitinis kontekstas:</a:t>
            </a:r>
          </a:p>
          <a:p>
            <a:r>
              <a:rPr lang="lt-LT" dirty="0"/>
              <a:t>Galima skaičiuoti sumą, vidurkį, medianą, dispersiją</a:t>
            </a:r>
          </a:p>
          <a:p>
            <a:r>
              <a:rPr lang="lt-LT" dirty="0"/>
              <a:t>Naudojami visi pagrindiniai statistiniai metodai</a:t>
            </a:r>
          </a:p>
          <a:p>
            <a:r>
              <a:rPr lang="lt-LT" dirty="0"/>
              <a:t>Dažniausi pavyzdžiai: pajamos, kaštai, pelnas, užsakymo vertė</a:t>
            </a:r>
          </a:p>
          <a:p>
            <a:endParaRPr lang="lt-LT" dirty="0"/>
          </a:p>
        </p:txBody>
      </p:sp>
    </p:spTree>
    <p:extLst>
      <p:ext uri="{BB962C8B-B14F-4D97-AF65-F5344CB8AC3E}">
        <p14:creationId xmlns:p14="http://schemas.microsoft.com/office/powerpoint/2010/main" val="37465669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5E1F9-1A9D-022B-1310-875FE6AE1AD3}"/>
              </a:ext>
            </a:extLst>
          </p:cNvPr>
          <p:cNvSpPr>
            <a:spLocks noGrp="1"/>
          </p:cNvSpPr>
          <p:nvPr>
            <p:ph type="title"/>
          </p:nvPr>
        </p:nvSpPr>
        <p:spPr/>
        <p:txBody>
          <a:bodyPr/>
          <a:lstStyle/>
          <a:p>
            <a:r>
              <a:rPr lang="en-US" dirty="0" err="1"/>
              <a:t>Centrinės</a:t>
            </a:r>
            <a:r>
              <a:rPr lang="en-US" dirty="0"/>
              <a:t> </a:t>
            </a:r>
            <a:r>
              <a:rPr lang="en-US" dirty="0" err="1"/>
              <a:t>tendencijos</a:t>
            </a:r>
            <a:r>
              <a:rPr lang="en-US" dirty="0"/>
              <a:t> </a:t>
            </a:r>
            <a:r>
              <a:rPr lang="en-US" dirty="0" err="1"/>
              <a:t>analizė</a:t>
            </a:r>
            <a:endParaRPr lang="en-US" dirty="0"/>
          </a:p>
        </p:txBody>
      </p:sp>
      <p:sp>
        <p:nvSpPr>
          <p:cNvPr id="3" name="Content Placeholder 2">
            <a:extLst>
              <a:ext uri="{FF2B5EF4-FFF2-40B4-BE49-F238E27FC236}">
                <a16:creationId xmlns:a16="http://schemas.microsoft.com/office/drawing/2014/main" id="{A22228AE-ACD2-B04D-661C-B3408D5AE6E1}"/>
              </a:ext>
            </a:extLst>
          </p:cNvPr>
          <p:cNvSpPr>
            <a:spLocks noGrp="1"/>
          </p:cNvSpPr>
          <p:nvPr>
            <p:ph idx="1"/>
          </p:nvPr>
        </p:nvSpPr>
        <p:spPr/>
        <p:txBody>
          <a:bodyPr/>
          <a:lstStyle/>
          <a:p>
            <a:r>
              <a:rPr lang="en-US" dirty="0"/>
              <a:t>Moda</a:t>
            </a:r>
          </a:p>
          <a:p>
            <a:r>
              <a:rPr lang="en-US" dirty="0"/>
              <a:t>Mediana</a:t>
            </a:r>
          </a:p>
          <a:p>
            <a:r>
              <a:rPr lang="en-US" dirty="0" err="1"/>
              <a:t>Vidurkis</a:t>
            </a:r>
            <a:endParaRPr lang="en-US" dirty="0"/>
          </a:p>
          <a:p>
            <a:r>
              <a:rPr lang="en-US" dirty="0" err="1"/>
              <a:t>Kva</a:t>
            </a:r>
            <a:r>
              <a:rPr lang="lt-LT" dirty="0"/>
              <a:t>n</a:t>
            </a:r>
            <a:r>
              <a:rPr lang="en-US" dirty="0" err="1"/>
              <a:t>tiliai</a:t>
            </a:r>
            <a:r>
              <a:rPr lang="en-US" dirty="0"/>
              <a:t>, </a:t>
            </a:r>
            <a:r>
              <a:rPr lang="en-US" dirty="0" err="1"/>
              <a:t>kvartiliai</a:t>
            </a:r>
            <a:endParaRPr lang="en-US" dirty="0"/>
          </a:p>
        </p:txBody>
      </p:sp>
      <p:sp>
        <p:nvSpPr>
          <p:cNvPr id="5" name="TextBox 4">
            <a:extLst>
              <a:ext uri="{FF2B5EF4-FFF2-40B4-BE49-F238E27FC236}">
                <a16:creationId xmlns:a16="http://schemas.microsoft.com/office/drawing/2014/main" id="{FEB666A2-B306-7614-846A-5214465F6D2A}"/>
              </a:ext>
            </a:extLst>
          </p:cNvPr>
          <p:cNvSpPr txBox="1"/>
          <p:nvPr/>
        </p:nvSpPr>
        <p:spPr>
          <a:xfrm>
            <a:off x="4493342" y="4650262"/>
            <a:ext cx="6096000" cy="1200329"/>
          </a:xfrm>
          <a:prstGeom prst="rect">
            <a:avLst/>
          </a:prstGeom>
          <a:noFill/>
        </p:spPr>
        <p:txBody>
          <a:bodyPr wrap="square">
            <a:spAutoFit/>
          </a:bodyPr>
          <a:lstStyle/>
          <a:p>
            <a:r>
              <a:rPr lang="lt-LT" dirty="0"/>
              <a:t>Centrinės tendencijos rodikliai apibūdina, kur yra „centras“ duomenų pasiskirstyme, tai yra </a:t>
            </a:r>
            <a:r>
              <a:rPr lang="lt-LT" b="1" dirty="0"/>
              <a:t>tipinė arba reprezentatyvi </a:t>
            </a:r>
            <a:r>
              <a:rPr lang="lt-LT" dirty="0"/>
              <a:t>reikšmė. Šie rodikliai leidžia greitai suprasti bendrą duomenų lygį ir palyginti skirtingas duomenų grupes.</a:t>
            </a:r>
          </a:p>
        </p:txBody>
      </p:sp>
    </p:spTree>
    <p:extLst>
      <p:ext uri="{BB962C8B-B14F-4D97-AF65-F5344CB8AC3E}">
        <p14:creationId xmlns:p14="http://schemas.microsoft.com/office/powerpoint/2010/main" val="6880677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DA6B2-54CB-FF43-CEDB-744D12AD90A6}"/>
              </a:ext>
            </a:extLst>
          </p:cNvPr>
          <p:cNvSpPr>
            <a:spLocks noGrp="1"/>
          </p:cNvSpPr>
          <p:nvPr>
            <p:ph type="title"/>
          </p:nvPr>
        </p:nvSpPr>
        <p:spPr/>
        <p:txBody>
          <a:bodyPr/>
          <a:lstStyle/>
          <a:p>
            <a:r>
              <a:rPr lang="en-US" dirty="0"/>
              <a:t>Moda</a:t>
            </a:r>
          </a:p>
        </p:txBody>
      </p:sp>
      <p:sp>
        <p:nvSpPr>
          <p:cNvPr id="3" name="Content Placeholder 2">
            <a:extLst>
              <a:ext uri="{FF2B5EF4-FFF2-40B4-BE49-F238E27FC236}">
                <a16:creationId xmlns:a16="http://schemas.microsoft.com/office/drawing/2014/main" id="{F061F186-4525-5DD4-6986-E4C59B630A09}"/>
              </a:ext>
            </a:extLst>
          </p:cNvPr>
          <p:cNvSpPr>
            <a:spLocks noGrp="1"/>
          </p:cNvSpPr>
          <p:nvPr>
            <p:ph idx="1"/>
          </p:nvPr>
        </p:nvSpPr>
        <p:spPr/>
        <p:txBody>
          <a:bodyPr/>
          <a:lstStyle/>
          <a:p>
            <a:r>
              <a:rPr lang="en-US" dirty="0" err="1"/>
              <a:t>Dažniausiai</a:t>
            </a:r>
            <a:r>
              <a:rPr lang="en-US" dirty="0"/>
              <a:t> </a:t>
            </a:r>
            <a:r>
              <a:rPr lang="en-US" dirty="0" err="1"/>
              <a:t>pasikartojanti</a:t>
            </a:r>
            <a:r>
              <a:rPr lang="en-US" dirty="0"/>
              <a:t> </a:t>
            </a:r>
            <a:r>
              <a:rPr lang="en-US" dirty="0" err="1"/>
              <a:t>reikšmė</a:t>
            </a:r>
            <a:endParaRPr lang="en-US" dirty="0"/>
          </a:p>
          <a:p>
            <a:pPr marL="0" indent="0">
              <a:buNone/>
            </a:pPr>
            <a:r>
              <a:rPr lang="en-US" dirty="0"/>
              <a:t>Gali </a:t>
            </a:r>
            <a:r>
              <a:rPr lang="en-US" dirty="0" err="1"/>
              <a:t>būti</a:t>
            </a:r>
            <a:r>
              <a:rPr lang="en-US" dirty="0"/>
              <a:t> </a:t>
            </a:r>
            <a:r>
              <a:rPr lang="en-US" dirty="0" err="1"/>
              <a:t>naudojama</a:t>
            </a:r>
            <a:r>
              <a:rPr lang="en-US" dirty="0"/>
              <a:t> </a:t>
            </a:r>
            <a:r>
              <a:rPr lang="en-US" dirty="0" err="1"/>
              <a:t>ir</a:t>
            </a:r>
            <a:r>
              <a:rPr lang="en-US" dirty="0"/>
              <a:t> </a:t>
            </a:r>
            <a:r>
              <a:rPr lang="en-US" dirty="0" err="1"/>
              <a:t>su</a:t>
            </a:r>
            <a:r>
              <a:rPr lang="en-US" dirty="0"/>
              <a:t> </a:t>
            </a:r>
            <a:r>
              <a:rPr lang="en-US" dirty="0" err="1"/>
              <a:t>kategoriniais</a:t>
            </a:r>
            <a:r>
              <a:rPr lang="en-US" dirty="0"/>
              <a:t> </a:t>
            </a:r>
            <a:r>
              <a:rPr lang="en-US" dirty="0" err="1"/>
              <a:t>ir</a:t>
            </a:r>
            <a:r>
              <a:rPr lang="en-US" dirty="0"/>
              <a:t> </a:t>
            </a:r>
            <a:r>
              <a:rPr lang="en-US" dirty="0" err="1"/>
              <a:t>su</a:t>
            </a:r>
            <a:r>
              <a:rPr lang="en-US" dirty="0"/>
              <a:t> </a:t>
            </a:r>
            <a:r>
              <a:rPr lang="en-US" dirty="0" err="1"/>
              <a:t>kiekybiniais</a:t>
            </a:r>
            <a:r>
              <a:rPr lang="en-US" dirty="0"/>
              <a:t> </a:t>
            </a:r>
            <a:r>
              <a:rPr lang="en-US" dirty="0" err="1"/>
              <a:t>duomenimis</a:t>
            </a:r>
            <a:endParaRPr lang="en-US" dirty="0"/>
          </a:p>
        </p:txBody>
      </p:sp>
      <p:pic>
        <p:nvPicPr>
          <p:cNvPr id="5" name="Picture 4">
            <a:extLst>
              <a:ext uri="{FF2B5EF4-FFF2-40B4-BE49-F238E27FC236}">
                <a16:creationId xmlns:a16="http://schemas.microsoft.com/office/drawing/2014/main" id="{28146457-1E69-CD39-ECB0-600158527B20}"/>
              </a:ext>
            </a:extLst>
          </p:cNvPr>
          <p:cNvPicPr>
            <a:picLocks noChangeAspect="1"/>
          </p:cNvPicPr>
          <p:nvPr/>
        </p:nvPicPr>
        <p:blipFill>
          <a:blip r:embed="rId2"/>
          <a:stretch>
            <a:fillRect/>
          </a:stretch>
        </p:blipFill>
        <p:spPr>
          <a:xfrm>
            <a:off x="7474530" y="3096292"/>
            <a:ext cx="3356030" cy="3095368"/>
          </a:xfrm>
          <a:prstGeom prst="rect">
            <a:avLst/>
          </a:prstGeom>
        </p:spPr>
      </p:pic>
      <p:sp>
        <p:nvSpPr>
          <p:cNvPr id="6" name="TextBox 5">
            <a:extLst>
              <a:ext uri="{FF2B5EF4-FFF2-40B4-BE49-F238E27FC236}">
                <a16:creationId xmlns:a16="http://schemas.microsoft.com/office/drawing/2014/main" id="{5BB2E109-3F9A-0A15-214E-8A4EC7282D6D}"/>
              </a:ext>
            </a:extLst>
          </p:cNvPr>
          <p:cNvSpPr txBox="1"/>
          <p:nvPr/>
        </p:nvSpPr>
        <p:spPr>
          <a:xfrm>
            <a:off x="973394" y="4001294"/>
            <a:ext cx="6096000" cy="1477328"/>
          </a:xfrm>
          <a:prstGeom prst="rect">
            <a:avLst/>
          </a:prstGeom>
          <a:noFill/>
        </p:spPr>
        <p:txBody>
          <a:bodyPr wrap="square">
            <a:spAutoFit/>
          </a:bodyPr>
          <a:lstStyle/>
          <a:p>
            <a:r>
              <a:rPr lang="lt-LT" dirty="0"/>
              <a:t>Ypač naudinga analizuojant kokybinius ir kategorinius duomenis, kai kiti centrinės tendencijos rodikliai nėra prasmingi. Kiekybiniuose duomenyse moda padeda </a:t>
            </a:r>
            <a:r>
              <a:rPr lang="lt-LT" dirty="0">
                <a:highlight>
                  <a:srgbClr val="FFFF00"/>
                </a:highlight>
              </a:rPr>
              <a:t>identifikuoti tipinę reikšmę arba dažniausiai pasitaikantį scenarijų.</a:t>
            </a:r>
          </a:p>
        </p:txBody>
      </p:sp>
    </p:spTree>
    <p:extLst>
      <p:ext uri="{BB962C8B-B14F-4D97-AF65-F5344CB8AC3E}">
        <p14:creationId xmlns:p14="http://schemas.microsoft.com/office/powerpoint/2010/main" val="22319100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F2AF7-327E-95FB-D363-D227A06E0CF5}"/>
              </a:ext>
            </a:extLst>
          </p:cNvPr>
          <p:cNvSpPr>
            <a:spLocks noGrp="1"/>
          </p:cNvSpPr>
          <p:nvPr>
            <p:ph type="title"/>
          </p:nvPr>
        </p:nvSpPr>
        <p:spPr/>
        <p:txBody>
          <a:bodyPr/>
          <a:lstStyle/>
          <a:p>
            <a:r>
              <a:rPr lang="en-US" dirty="0"/>
              <a:t>Mediana</a:t>
            </a:r>
          </a:p>
        </p:txBody>
      </p:sp>
      <p:sp>
        <p:nvSpPr>
          <p:cNvPr id="3" name="Content Placeholder 2">
            <a:extLst>
              <a:ext uri="{FF2B5EF4-FFF2-40B4-BE49-F238E27FC236}">
                <a16:creationId xmlns:a16="http://schemas.microsoft.com/office/drawing/2014/main" id="{4A2D44C1-E62D-A761-F79E-56D41D8F6EFC}"/>
              </a:ext>
            </a:extLst>
          </p:cNvPr>
          <p:cNvSpPr>
            <a:spLocks noGrp="1"/>
          </p:cNvSpPr>
          <p:nvPr>
            <p:ph idx="1"/>
          </p:nvPr>
        </p:nvSpPr>
        <p:spPr/>
        <p:txBody>
          <a:bodyPr/>
          <a:lstStyle/>
          <a:p>
            <a:r>
              <a:rPr lang="en-US" dirty="0" err="1"/>
              <a:t>Vidurinė</a:t>
            </a:r>
            <a:r>
              <a:rPr lang="en-US" dirty="0"/>
              <a:t> </a:t>
            </a:r>
            <a:r>
              <a:rPr lang="en-US" dirty="0" err="1"/>
              <a:t>reikšmė</a:t>
            </a:r>
            <a:r>
              <a:rPr lang="en-US" dirty="0"/>
              <a:t>, kai </a:t>
            </a:r>
            <a:r>
              <a:rPr lang="en-US" dirty="0" err="1"/>
              <a:t>duomenys</a:t>
            </a:r>
            <a:r>
              <a:rPr lang="en-US" dirty="0"/>
              <a:t> </a:t>
            </a:r>
            <a:r>
              <a:rPr lang="en-US" dirty="0" err="1"/>
              <a:t>išrikiuoti</a:t>
            </a:r>
            <a:r>
              <a:rPr lang="en-US" dirty="0"/>
              <a:t> </a:t>
            </a:r>
            <a:r>
              <a:rPr lang="en-US" dirty="0" err="1"/>
              <a:t>didėjančia</a:t>
            </a:r>
            <a:r>
              <a:rPr lang="en-US" dirty="0"/>
              <a:t> </a:t>
            </a:r>
            <a:r>
              <a:rPr lang="en-US" dirty="0" err="1"/>
              <a:t>arba</a:t>
            </a:r>
            <a:r>
              <a:rPr lang="en-US" dirty="0"/>
              <a:t> </a:t>
            </a:r>
            <a:r>
              <a:rPr lang="en-US" dirty="0" err="1"/>
              <a:t>mažėjančia</a:t>
            </a:r>
            <a:r>
              <a:rPr lang="en-US" dirty="0"/>
              <a:t> </a:t>
            </a:r>
            <a:r>
              <a:rPr lang="en-US" dirty="0" err="1"/>
              <a:t>tvarka</a:t>
            </a:r>
            <a:endParaRPr lang="en-US" dirty="0"/>
          </a:p>
          <a:p>
            <a:pPr marL="0" indent="0">
              <a:buNone/>
            </a:pPr>
            <a:r>
              <a:rPr lang="en-US" dirty="0" err="1"/>
              <a:t>Tinkama</a:t>
            </a:r>
            <a:r>
              <a:rPr lang="en-US" dirty="0"/>
              <a:t> </a:t>
            </a:r>
            <a:r>
              <a:rPr lang="en-US" dirty="0" err="1"/>
              <a:t>naudoti</a:t>
            </a:r>
            <a:r>
              <a:rPr lang="en-US" dirty="0"/>
              <a:t> </a:t>
            </a:r>
            <a:r>
              <a:rPr lang="en-US" dirty="0" err="1"/>
              <a:t>su</a:t>
            </a:r>
            <a:r>
              <a:rPr lang="en-US" dirty="0"/>
              <a:t> </a:t>
            </a:r>
            <a:r>
              <a:rPr lang="en-US" dirty="0" err="1"/>
              <a:t>kiekybiniais</a:t>
            </a:r>
            <a:r>
              <a:rPr lang="en-US" dirty="0"/>
              <a:t> </a:t>
            </a:r>
            <a:r>
              <a:rPr lang="en-US" dirty="0" err="1"/>
              <a:t>duomenimis</a:t>
            </a:r>
            <a:r>
              <a:rPr lang="en-US" dirty="0"/>
              <a:t>. </a:t>
            </a:r>
            <a:r>
              <a:rPr lang="en-US" dirty="0" err="1"/>
              <a:t>Naudojama</a:t>
            </a:r>
            <a:r>
              <a:rPr lang="en-US" dirty="0"/>
              <a:t> kai </a:t>
            </a:r>
            <a:r>
              <a:rPr lang="en-US" dirty="0" err="1"/>
              <a:t>duomenys</a:t>
            </a:r>
            <a:r>
              <a:rPr lang="en-US" dirty="0"/>
              <a:t> </a:t>
            </a:r>
            <a:r>
              <a:rPr lang="en-US" dirty="0" err="1"/>
              <a:t>turi</a:t>
            </a:r>
            <a:r>
              <a:rPr lang="en-US" dirty="0"/>
              <a:t> </a:t>
            </a:r>
            <a:r>
              <a:rPr lang="en-US" dirty="0" err="1"/>
              <a:t>daug</a:t>
            </a:r>
            <a:r>
              <a:rPr lang="en-US" dirty="0"/>
              <a:t> </a:t>
            </a:r>
            <a:r>
              <a:rPr lang="en-US" b="1" dirty="0" err="1"/>
              <a:t>nuokrypių</a:t>
            </a:r>
            <a:r>
              <a:rPr lang="en-US" dirty="0"/>
              <a:t> (outliers) </a:t>
            </a:r>
            <a:r>
              <a:rPr lang="en-US" dirty="0" err="1"/>
              <a:t>arba</a:t>
            </a:r>
            <a:r>
              <a:rPr lang="en-US" dirty="0"/>
              <a:t> </a:t>
            </a:r>
            <a:r>
              <a:rPr lang="en-US" dirty="0" err="1"/>
              <a:t>pasižymi</a:t>
            </a:r>
            <a:r>
              <a:rPr lang="en-US" dirty="0"/>
              <a:t> </a:t>
            </a:r>
            <a:r>
              <a:rPr lang="en-US" b="1" dirty="0" err="1"/>
              <a:t>pasvirumu</a:t>
            </a:r>
            <a:r>
              <a:rPr lang="en-US" dirty="0"/>
              <a:t> (skewness)</a:t>
            </a:r>
          </a:p>
          <a:p>
            <a:pPr marL="0" indent="0">
              <a:buNone/>
            </a:pPr>
            <a:r>
              <a:rPr lang="en-US" dirty="0"/>
              <a:t>Tinka </a:t>
            </a:r>
            <a:r>
              <a:rPr lang="en-US" dirty="0" err="1"/>
              <a:t>naudoti</a:t>
            </a:r>
            <a:r>
              <a:rPr lang="en-US" dirty="0"/>
              <a:t> tik </a:t>
            </a:r>
            <a:r>
              <a:rPr lang="en-US" dirty="0" err="1"/>
              <a:t>su</a:t>
            </a:r>
            <a:r>
              <a:rPr lang="en-US" dirty="0"/>
              <a:t> </a:t>
            </a:r>
            <a:r>
              <a:rPr lang="en-US" dirty="0" err="1"/>
              <a:t>diskrečiais</a:t>
            </a:r>
            <a:r>
              <a:rPr lang="en-US" dirty="0"/>
              <a:t> </a:t>
            </a:r>
            <a:r>
              <a:rPr lang="en-US" dirty="0" err="1"/>
              <a:t>duomenimis</a:t>
            </a:r>
            <a:r>
              <a:rPr lang="lt-LT" dirty="0"/>
              <a:t> - atspari išskirtinėms reikšmėms, todėl dažnai naudojama analizuojant pajamas, kainas ar kitus duomenis, kuriuose pasiskirstymas yra iškreiptas.</a:t>
            </a:r>
            <a:endParaRPr lang="en-US" dirty="0"/>
          </a:p>
          <a:p>
            <a:pPr marL="0" indent="0">
              <a:buNone/>
            </a:pPr>
            <a:endParaRPr lang="en-US" dirty="0"/>
          </a:p>
        </p:txBody>
      </p:sp>
      <p:pic>
        <p:nvPicPr>
          <p:cNvPr id="5" name="Picture 4">
            <a:extLst>
              <a:ext uri="{FF2B5EF4-FFF2-40B4-BE49-F238E27FC236}">
                <a16:creationId xmlns:a16="http://schemas.microsoft.com/office/drawing/2014/main" id="{8CE44A3F-2ADE-3D48-AF0E-4B1314174DA4}"/>
              </a:ext>
            </a:extLst>
          </p:cNvPr>
          <p:cNvPicPr>
            <a:picLocks noChangeAspect="1"/>
          </p:cNvPicPr>
          <p:nvPr/>
        </p:nvPicPr>
        <p:blipFill>
          <a:blip r:embed="rId2"/>
          <a:stretch>
            <a:fillRect/>
          </a:stretch>
        </p:blipFill>
        <p:spPr>
          <a:xfrm>
            <a:off x="1165542" y="5462877"/>
            <a:ext cx="7039255" cy="554463"/>
          </a:xfrm>
          <a:prstGeom prst="rect">
            <a:avLst/>
          </a:prstGeom>
        </p:spPr>
      </p:pic>
      <p:sp>
        <p:nvSpPr>
          <p:cNvPr id="6" name="TextBox 5">
            <a:extLst>
              <a:ext uri="{FF2B5EF4-FFF2-40B4-BE49-F238E27FC236}">
                <a16:creationId xmlns:a16="http://schemas.microsoft.com/office/drawing/2014/main" id="{A113F99E-891E-6433-C3EF-3241B0F6CBF5}"/>
              </a:ext>
            </a:extLst>
          </p:cNvPr>
          <p:cNvSpPr txBox="1"/>
          <p:nvPr/>
        </p:nvSpPr>
        <p:spPr>
          <a:xfrm>
            <a:off x="4591665" y="477768"/>
            <a:ext cx="6096000" cy="923330"/>
          </a:xfrm>
          <a:prstGeom prst="rect">
            <a:avLst/>
          </a:prstGeom>
          <a:noFill/>
        </p:spPr>
        <p:txBody>
          <a:bodyPr wrap="square">
            <a:spAutoFit/>
          </a:bodyPr>
          <a:lstStyle/>
          <a:p>
            <a:r>
              <a:rPr lang="lt-LT" dirty="0"/>
              <a:t>Reikšmė, kuri padalija surikiuotus duomenis į dvi lygias dalis. Pusė reikšmių yra mažesnės arba lygios medianai, o kita pusė – didesnės arba lygios. </a:t>
            </a:r>
          </a:p>
        </p:txBody>
      </p:sp>
    </p:spTree>
    <p:extLst>
      <p:ext uri="{BB962C8B-B14F-4D97-AF65-F5344CB8AC3E}">
        <p14:creationId xmlns:p14="http://schemas.microsoft.com/office/powerpoint/2010/main" val="25132866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30237-4AE8-017A-B6FE-10FF71B6962F}"/>
              </a:ext>
            </a:extLst>
          </p:cNvPr>
          <p:cNvSpPr>
            <a:spLocks noGrp="1"/>
          </p:cNvSpPr>
          <p:nvPr>
            <p:ph type="title"/>
          </p:nvPr>
        </p:nvSpPr>
        <p:spPr/>
        <p:txBody>
          <a:bodyPr/>
          <a:lstStyle/>
          <a:p>
            <a:r>
              <a:rPr lang="en-US" dirty="0" err="1"/>
              <a:t>Vidurkis</a:t>
            </a:r>
            <a:endParaRPr lang="en-US" dirty="0"/>
          </a:p>
        </p:txBody>
      </p:sp>
      <p:pic>
        <p:nvPicPr>
          <p:cNvPr id="5" name="Content Placeholder 4" descr="A mathematical equation with black text&#10;&#10;AI-generated content may be incorrect.">
            <a:extLst>
              <a:ext uri="{FF2B5EF4-FFF2-40B4-BE49-F238E27FC236}">
                <a16:creationId xmlns:a16="http://schemas.microsoft.com/office/drawing/2014/main" id="{FDDEC41B-D29F-6322-5C1D-CDA6D580452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77581" y="3429000"/>
            <a:ext cx="5528200" cy="1325563"/>
          </a:xfrm>
        </p:spPr>
      </p:pic>
      <p:sp>
        <p:nvSpPr>
          <p:cNvPr id="8" name="Content Placeholder 2">
            <a:extLst>
              <a:ext uri="{FF2B5EF4-FFF2-40B4-BE49-F238E27FC236}">
                <a16:creationId xmlns:a16="http://schemas.microsoft.com/office/drawing/2014/main" id="{35705503-20DB-3DDB-829B-B5029DD2CC23}"/>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err="1"/>
              <a:t>Reikšmių</a:t>
            </a:r>
            <a:r>
              <a:rPr lang="en-US" dirty="0"/>
              <a:t> </a:t>
            </a:r>
            <a:r>
              <a:rPr lang="en-US" dirty="0" err="1"/>
              <a:t>suma</a:t>
            </a:r>
            <a:r>
              <a:rPr lang="en-US" dirty="0"/>
              <a:t> </a:t>
            </a:r>
            <a:r>
              <a:rPr lang="en-US" dirty="0" err="1"/>
              <a:t>padalinta</a:t>
            </a:r>
            <a:r>
              <a:rPr lang="en-US" dirty="0"/>
              <a:t> </a:t>
            </a:r>
            <a:r>
              <a:rPr lang="en-US" dirty="0" err="1"/>
              <a:t>iš</a:t>
            </a:r>
            <a:r>
              <a:rPr lang="en-US" dirty="0"/>
              <a:t> </a:t>
            </a:r>
            <a:r>
              <a:rPr lang="en-US" dirty="0" err="1"/>
              <a:t>reikšmių</a:t>
            </a:r>
            <a:r>
              <a:rPr lang="en-US" dirty="0"/>
              <a:t> </a:t>
            </a:r>
            <a:r>
              <a:rPr lang="en-US" dirty="0" err="1"/>
              <a:t>skaičiaus</a:t>
            </a:r>
            <a:r>
              <a:rPr lang="en-US" dirty="0"/>
              <a:t>.</a:t>
            </a:r>
          </a:p>
          <a:p>
            <a:pPr marL="0" indent="0">
              <a:buNone/>
            </a:pPr>
            <a:r>
              <a:rPr lang="en-US" dirty="0"/>
              <a:t>Gali </a:t>
            </a:r>
            <a:r>
              <a:rPr lang="en-US" dirty="0" err="1"/>
              <a:t>būti</a:t>
            </a:r>
            <a:r>
              <a:rPr lang="en-US" dirty="0"/>
              <a:t> </a:t>
            </a:r>
            <a:r>
              <a:rPr lang="en-US" dirty="0" err="1"/>
              <a:t>skaičiuojama</a:t>
            </a:r>
            <a:r>
              <a:rPr lang="en-US" dirty="0"/>
              <a:t> </a:t>
            </a:r>
            <a:r>
              <a:rPr lang="en-US" dirty="0" err="1"/>
              <a:t>ir</a:t>
            </a:r>
            <a:r>
              <a:rPr lang="en-US" dirty="0"/>
              <a:t> </a:t>
            </a:r>
            <a:r>
              <a:rPr lang="en-US" dirty="0" err="1"/>
              <a:t>su</a:t>
            </a:r>
            <a:r>
              <a:rPr lang="en-US" dirty="0"/>
              <a:t> </a:t>
            </a:r>
            <a:r>
              <a:rPr lang="en-US" dirty="0" err="1"/>
              <a:t>diskrečiais</a:t>
            </a:r>
            <a:r>
              <a:rPr lang="en-US" dirty="0"/>
              <a:t> </a:t>
            </a:r>
            <a:r>
              <a:rPr lang="en-US" dirty="0" err="1"/>
              <a:t>duomenimis</a:t>
            </a:r>
            <a:r>
              <a:rPr lang="en-US" dirty="0"/>
              <a:t>.</a:t>
            </a:r>
          </a:p>
          <a:p>
            <a:pPr marL="0" indent="0">
              <a:buNone/>
            </a:pPr>
            <a:r>
              <a:rPr lang="en-US" dirty="0" err="1"/>
              <a:t>Jautrus</a:t>
            </a:r>
            <a:r>
              <a:rPr lang="en-US" dirty="0"/>
              <a:t> </a:t>
            </a:r>
            <a:r>
              <a:rPr lang="en-US" dirty="0" err="1"/>
              <a:t>nuokrypiams</a:t>
            </a:r>
            <a:r>
              <a:rPr lang="en-US" dirty="0"/>
              <a:t> (</a:t>
            </a:r>
            <a:r>
              <a:rPr lang="en-US" dirty="0">
                <a:highlight>
                  <a:srgbClr val="FFFF00"/>
                </a:highlight>
              </a:rPr>
              <a:t>outliers</a:t>
            </a:r>
            <a:r>
              <a:rPr lang="en-US" dirty="0"/>
              <a:t>)</a:t>
            </a:r>
          </a:p>
        </p:txBody>
      </p:sp>
      <p:sp>
        <p:nvSpPr>
          <p:cNvPr id="4" name="TextBox 3">
            <a:extLst>
              <a:ext uri="{FF2B5EF4-FFF2-40B4-BE49-F238E27FC236}">
                <a16:creationId xmlns:a16="http://schemas.microsoft.com/office/drawing/2014/main" id="{6F266699-5337-75AD-541C-200F8D33E265}"/>
              </a:ext>
            </a:extLst>
          </p:cNvPr>
          <p:cNvSpPr txBox="1"/>
          <p:nvPr/>
        </p:nvSpPr>
        <p:spPr>
          <a:xfrm>
            <a:off x="4820991" y="5124688"/>
            <a:ext cx="6096000" cy="1477328"/>
          </a:xfrm>
          <a:prstGeom prst="rect">
            <a:avLst/>
          </a:prstGeom>
          <a:noFill/>
        </p:spPr>
        <p:txBody>
          <a:bodyPr wrap="square">
            <a:spAutoFit/>
          </a:bodyPr>
          <a:lstStyle/>
          <a:p>
            <a:r>
              <a:rPr lang="lt-LT" dirty="0"/>
              <a:t>Duomenų analizėje vidurkis yra vienas dažniausiai naudojamų rodiklių, tačiau </a:t>
            </a:r>
            <a:r>
              <a:rPr lang="lt-LT" dirty="0">
                <a:highlight>
                  <a:srgbClr val="FFFF00"/>
                </a:highlight>
              </a:rPr>
              <a:t>jo interpretacija turi būti atsargi, kai duomenyse yra ekstremalių reikšmių. </a:t>
            </a:r>
            <a:r>
              <a:rPr lang="lt-LT" dirty="0"/>
              <a:t>Gerai atspindi bendrą duomenų lygį, kai pasiskirstymas yra simetriškas ir nėra reikšmingų išskirčių. </a:t>
            </a:r>
          </a:p>
        </p:txBody>
      </p:sp>
    </p:spTree>
    <p:extLst>
      <p:ext uri="{BB962C8B-B14F-4D97-AF65-F5344CB8AC3E}">
        <p14:creationId xmlns:p14="http://schemas.microsoft.com/office/powerpoint/2010/main" val="17424955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095DE-29E3-DA6F-D186-0EF53D7D284C}"/>
              </a:ext>
            </a:extLst>
          </p:cNvPr>
          <p:cNvSpPr>
            <a:spLocks noGrp="1"/>
          </p:cNvSpPr>
          <p:nvPr>
            <p:ph type="title"/>
          </p:nvPr>
        </p:nvSpPr>
        <p:spPr/>
        <p:txBody>
          <a:bodyPr/>
          <a:lstStyle/>
          <a:p>
            <a:r>
              <a:rPr lang="en-US" dirty="0" err="1"/>
              <a:t>Kvantiliai</a:t>
            </a:r>
            <a:r>
              <a:rPr lang="en-US" dirty="0"/>
              <a:t>, </a:t>
            </a:r>
            <a:r>
              <a:rPr lang="en-US" dirty="0" err="1"/>
              <a:t>kvartiliai</a:t>
            </a:r>
            <a:endParaRPr lang="en-US" dirty="0"/>
          </a:p>
        </p:txBody>
      </p:sp>
      <p:sp>
        <p:nvSpPr>
          <p:cNvPr id="3" name="Content Placeholder 2">
            <a:extLst>
              <a:ext uri="{FF2B5EF4-FFF2-40B4-BE49-F238E27FC236}">
                <a16:creationId xmlns:a16="http://schemas.microsoft.com/office/drawing/2014/main" id="{247922C6-E21D-8F84-9899-8F385DE2405C}"/>
              </a:ext>
            </a:extLst>
          </p:cNvPr>
          <p:cNvSpPr>
            <a:spLocks noGrp="1"/>
          </p:cNvSpPr>
          <p:nvPr>
            <p:ph idx="1"/>
          </p:nvPr>
        </p:nvSpPr>
        <p:spPr/>
        <p:txBody>
          <a:bodyPr/>
          <a:lstStyle/>
          <a:p>
            <a:pPr marL="0" indent="0">
              <a:buNone/>
            </a:pPr>
            <a:r>
              <a:rPr lang="en-US" dirty="0"/>
              <a:t>S</a:t>
            </a:r>
            <a:r>
              <a:rPr lang="lt-LT" dirty="0"/>
              <a:t>tatistiniai rodikliai, kurie padalija duomenų rinkinį į lygias dalis.</a:t>
            </a:r>
            <a:endParaRPr lang="en-US" dirty="0"/>
          </a:p>
          <a:p>
            <a:pPr>
              <a:buNone/>
            </a:pPr>
            <a:r>
              <a:rPr lang="lt-LT" b="1" dirty="0"/>
              <a:t>Pagrindiniai kvantiliai:</a:t>
            </a:r>
          </a:p>
          <a:p>
            <a:pPr>
              <a:buFont typeface="+mj-lt"/>
              <a:buAutoNum type="arabicPeriod"/>
            </a:pPr>
            <a:r>
              <a:rPr lang="lt-LT" b="1" dirty="0"/>
              <a:t>Mediana (50% kvantilis)</a:t>
            </a:r>
            <a:r>
              <a:rPr lang="lt-LT" dirty="0"/>
              <a:t> – dalija duomenis į dvi lygias dalis. Pusė reikšmių yra mažesnės, pusė – didesnės.</a:t>
            </a:r>
          </a:p>
          <a:p>
            <a:pPr>
              <a:buFont typeface="+mj-lt"/>
              <a:buAutoNum type="arabicPeriod"/>
            </a:pPr>
            <a:r>
              <a:rPr lang="lt-LT" b="1" dirty="0"/>
              <a:t>Kvartiliai</a:t>
            </a:r>
            <a:r>
              <a:rPr lang="lt-LT" dirty="0"/>
              <a:t> – duomenis padalija į keturias lygias dalis: </a:t>
            </a:r>
          </a:p>
          <a:p>
            <a:pPr lvl="1"/>
            <a:r>
              <a:rPr lang="lt-LT" b="1" dirty="0"/>
              <a:t>1-asis kvartilis (Q1, 25% kvantilis)</a:t>
            </a:r>
            <a:r>
              <a:rPr lang="lt-LT" dirty="0"/>
              <a:t> – 25% mažiausių reikšmių yra mažesnės arba lygios Q1.</a:t>
            </a:r>
          </a:p>
          <a:p>
            <a:pPr lvl="1"/>
            <a:r>
              <a:rPr lang="lt-LT" b="1" dirty="0"/>
              <a:t>2-asis kvartilis (Q2, mediana, 50% kvantilis)</a:t>
            </a:r>
            <a:r>
              <a:rPr lang="lt-LT" dirty="0"/>
              <a:t> – vidurio reikšmė.</a:t>
            </a:r>
          </a:p>
          <a:p>
            <a:pPr lvl="1"/>
            <a:r>
              <a:rPr lang="lt-LT" b="1" dirty="0"/>
              <a:t>3-iasis kvartilis (Q3, 75% kvantilis)</a:t>
            </a:r>
            <a:r>
              <a:rPr lang="lt-LT" dirty="0"/>
              <a:t> – 75% reikšmių yra mažesnės arba lygios Q3.</a:t>
            </a:r>
          </a:p>
          <a:p>
            <a:pPr marL="0" indent="0">
              <a:buNone/>
            </a:pPr>
            <a:endParaRPr lang="en-US" dirty="0"/>
          </a:p>
        </p:txBody>
      </p:sp>
      <p:sp>
        <p:nvSpPr>
          <p:cNvPr id="5" name="TextBox 4">
            <a:extLst>
              <a:ext uri="{FF2B5EF4-FFF2-40B4-BE49-F238E27FC236}">
                <a16:creationId xmlns:a16="http://schemas.microsoft.com/office/drawing/2014/main" id="{AAE97DA4-A104-D435-6C21-2B9775EBA0C9}"/>
              </a:ext>
            </a:extLst>
          </p:cNvPr>
          <p:cNvSpPr txBox="1"/>
          <p:nvPr/>
        </p:nvSpPr>
        <p:spPr>
          <a:xfrm>
            <a:off x="3449224" y="5846544"/>
            <a:ext cx="8167812" cy="646331"/>
          </a:xfrm>
          <a:prstGeom prst="rect">
            <a:avLst/>
          </a:prstGeom>
          <a:noFill/>
        </p:spPr>
        <p:txBody>
          <a:bodyPr wrap="square">
            <a:spAutoFit/>
          </a:bodyPr>
          <a:lstStyle/>
          <a:p>
            <a:r>
              <a:rPr lang="lt-LT" dirty="0"/>
              <a:t>Kvartiliai leidžia įvertinti duomenų pasiskirstymą, išsibarstymą ir asimetriją, o taip pat yra pagrindas </a:t>
            </a:r>
            <a:r>
              <a:rPr lang="lt-LT" dirty="0" err="1"/>
              <a:t>boxplot</a:t>
            </a:r>
            <a:r>
              <a:rPr lang="lt-LT" dirty="0"/>
              <a:t> tipo vizualizacijoms.</a:t>
            </a:r>
          </a:p>
        </p:txBody>
      </p:sp>
    </p:spTree>
    <p:extLst>
      <p:ext uri="{BB962C8B-B14F-4D97-AF65-F5344CB8AC3E}">
        <p14:creationId xmlns:p14="http://schemas.microsoft.com/office/powerpoint/2010/main" val="1070946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1963C-8FC6-9FCA-7F6B-FCE14149C392}"/>
              </a:ext>
            </a:extLst>
          </p:cNvPr>
          <p:cNvSpPr>
            <a:spLocks noGrp="1"/>
          </p:cNvSpPr>
          <p:nvPr>
            <p:ph type="title"/>
          </p:nvPr>
        </p:nvSpPr>
        <p:spPr/>
        <p:txBody>
          <a:bodyPr/>
          <a:lstStyle/>
          <a:p>
            <a:r>
              <a:rPr lang="en-US" dirty="0" err="1"/>
              <a:t>Duomenų</a:t>
            </a:r>
            <a:r>
              <a:rPr lang="en-US" dirty="0"/>
              <a:t> </a:t>
            </a:r>
            <a:r>
              <a:rPr lang="en-US" dirty="0" err="1"/>
              <a:t>pasiskirstymo</a:t>
            </a:r>
            <a:r>
              <a:rPr lang="en-US" dirty="0"/>
              <a:t> forma</a:t>
            </a:r>
          </a:p>
        </p:txBody>
      </p:sp>
      <p:sp>
        <p:nvSpPr>
          <p:cNvPr id="3" name="Content Placeholder 2">
            <a:extLst>
              <a:ext uri="{FF2B5EF4-FFF2-40B4-BE49-F238E27FC236}">
                <a16:creationId xmlns:a16="http://schemas.microsoft.com/office/drawing/2014/main" id="{D5CCD35A-D460-7E75-FAEE-E99B5D5893AD}"/>
              </a:ext>
            </a:extLst>
          </p:cNvPr>
          <p:cNvSpPr>
            <a:spLocks noGrp="1"/>
          </p:cNvSpPr>
          <p:nvPr>
            <p:ph idx="1"/>
          </p:nvPr>
        </p:nvSpPr>
        <p:spPr>
          <a:xfrm>
            <a:off x="838200" y="1825625"/>
            <a:ext cx="5483942" cy="524285"/>
          </a:xfrm>
        </p:spPr>
        <p:txBody>
          <a:bodyPr/>
          <a:lstStyle/>
          <a:p>
            <a:pPr marL="0" indent="0" algn="ctr">
              <a:buNone/>
            </a:pPr>
            <a:r>
              <a:rPr lang="en-US" dirty="0" err="1"/>
              <a:t>Simetriškas</a:t>
            </a:r>
            <a:r>
              <a:rPr lang="en-US" dirty="0"/>
              <a:t> </a:t>
            </a:r>
            <a:r>
              <a:rPr lang="en-US" dirty="0" err="1"/>
              <a:t>pasiskirstymas</a:t>
            </a:r>
            <a:endParaRPr lang="en-US" dirty="0"/>
          </a:p>
        </p:txBody>
      </p:sp>
      <p:pic>
        <p:nvPicPr>
          <p:cNvPr id="5" name="Picture 4">
            <a:extLst>
              <a:ext uri="{FF2B5EF4-FFF2-40B4-BE49-F238E27FC236}">
                <a16:creationId xmlns:a16="http://schemas.microsoft.com/office/drawing/2014/main" id="{DA3A6E5C-48C7-F4DD-8CA9-0E261E76D06E}"/>
              </a:ext>
            </a:extLst>
          </p:cNvPr>
          <p:cNvPicPr>
            <a:picLocks noChangeAspect="1"/>
          </p:cNvPicPr>
          <p:nvPr/>
        </p:nvPicPr>
        <p:blipFill>
          <a:blip r:embed="rId3"/>
          <a:stretch>
            <a:fillRect/>
          </a:stretch>
        </p:blipFill>
        <p:spPr>
          <a:xfrm>
            <a:off x="764957" y="2484847"/>
            <a:ext cx="5891482" cy="3811280"/>
          </a:xfrm>
          <a:prstGeom prst="rect">
            <a:avLst/>
          </a:prstGeom>
        </p:spPr>
      </p:pic>
      <p:sp>
        <p:nvSpPr>
          <p:cNvPr id="6" name="TextBox 5">
            <a:extLst>
              <a:ext uri="{FF2B5EF4-FFF2-40B4-BE49-F238E27FC236}">
                <a16:creationId xmlns:a16="http://schemas.microsoft.com/office/drawing/2014/main" id="{8FC8CFD4-6F08-FFB2-2F72-3DDB5A92714D}"/>
              </a:ext>
            </a:extLst>
          </p:cNvPr>
          <p:cNvSpPr txBox="1"/>
          <p:nvPr/>
        </p:nvSpPr>
        <p:spPr>
          <a:xfrm>
            <a:off x="7885471" y="1217814"/>
            <a:ext cx="4306529" cy="5078313"/>
          </a:xfrm>
          <a:prstGeom prst="rect">
            <a:avLst/>
          </a:prstGeom>
          <a:noFill/>
        </p:spPr>
        <p:txBody>
          <a:bodyPr wrap="square">
            <a:spAutoFit/>
          </a:bodyPr>
          <a:lstStyle/>
          <a:p>
            <a:pPr>
              <a:buNone/>
            </a:pPr>
            <a:r>
              <a:rPr lang="lt-LT" dirty="0"/>
              <a:t>Kaip reikšmės yra pasiskirsčiusios aplink centrinę tendenciją, padeda suprasti duomenų struktūrą, galimus iškraipymus ir pasirinkti tinkamus statistinius rodiklius bei vizualizacijas.</a:t>
            </a:r>
          </a:p>
          <a:p>
            <a:pPr>
              <a:buNone/>
            </a:pPr>
            <a:r>
              <a:rPr lang="lt-LT" dirty="0"/>
              <a:t> </a:t>
            </a:r>
            <a:br>
              <a:rPr lang="lt-LT" dirty="0"/>
            </a:br>
            <a:r>
              <a:rPr lang="lt-LT" dirty="0"/>
              <a:t>Simetriškas pasiskirstymas yra toks pasiskirstymas, kuriame </a:t>
            </a:r>
            <a:r>
              <a:rPr lang="lt-LT" b="1" dirty="0"/>
              <a:t>duomenų reikšmės yra tolygiai išsidėsčiusios abipus centro. </a:t>
            </a:r>
            <a:r>
              <a:rPr lang="lt-LT" dirty="0"/>
              <a:t>Kairė ir dešinė pasiskirstymo pusės yra panašios formos ir pločio.</a:t>
            </a:r>
          </a:p>
          <a:p>
            <a:pPr>
              <a:buNone/>
            </a:pPr>
            <a:r>
              <a:rPr lang="lt-LT" dirty="0"/>
              <a:t>Tokiu atveju vidurkis, mediana ir moda dažniausiai sutampa arba yra labai artimos. </a:t>
            </a:r>
            <a:r>
              <a:rPr lang="lt-LT" dirty="0">
                <a:highlight>
                  <a:srgbClr val="FFFF00"/>
                </a:highlight>
              </a:rPr>
              <a:t>Toks pasiskirstymas laikomas „tvarkingu“ ir palankiu statistinei analizei, nes centrinės tendencijos rodikliai gerai reprezentuoja duomenis.</a:t>
            </a:r>
          </a:p>
        </p:txBody>
      </p:sp>
    </p:spTree>
    <p:extLst>
      <p:ext uri="{BB962C8B-B14F-4D97-AF65-F5344CB8AC3E}">
        <p14:creationId xmlns:p14="http://schemas.microsoft.com/office/powerpoint/2010/main" val="22967599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8B35F-ADA7-BE97-03A8-A8C596CA4B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AC351A-17F6-2C4F-F129-20E120ACBC11}"/>
              </a:ext>
            </a:extLst>
          </p:cNvPr>
          <p:cNvSpPr>
            <a:spLocks noGrp="1"/>
          </p:cNvSpPr>
          <p:nvPr>
            <p:ph type="title"/>
          </p:nvPr>
        </p:nvSpPr>
        <p:spPr/>
        <p:txBody>
          <a:bodyPr/>
          <a:lstStyle/>
          <a:p>
            <a:r>
              <a:rPr lang="en-US" dirty="0" err="1"/>
              <a:t>Duomenų</a:t>
            </a:r>
            <a:r>
              <a:rPr lang="en-US" dirty="0"/>
              <a:t> </a:t>
            </a:r>
            <a:r>
              <a:rPr lang="en-US" dirty="0" err="1"/>
              <a:t>pasiskirstymo</a:t>
            </a:r>
            <a:r>
              <a:rPr lang="en-US" dirty="0"/>
              <a:t> forma</a:t>
            </a:r>
          </a:p>
        </p:txBody>
      </p:sp>
      <p:sp>
        <p:nvSpPr>
          <p:cNvPr id="3" name="Content Placeholder 2">
            <a:extLst>
              <a:ext uri="{FF2B5EF4-FFF2-40B4-BE49-F238E27FC236}">
                <a16:creationId xmlns:a16="http://schemas.microsoft.com/office/drawing/2014/main" id="{401BF806-5540-9E2A-3A80-C716CC8CE2F3}"/>
              </a:ext>
            </a:extLst>
          </p:cNvPr>
          <p:cNvSpPr>
            <a:spLocks noGrp="1"/>
          </p:cNvSpPr>
          <p:nvPr>
            <p:ph idx="1"/>
          </p:nvPr>
        </p:nvSpPr>
        <p:spPr>
          <a:xfrm>
            <a:off x="838200" y="1825625"/>
            <a:ext cx="6486832" cy="524285"/>
          </a:xfrm>
        </p:spPr>
        <p:txBody>
          <a:bodyPr/>
          <a:lstStyle/>
          <a:p>
            <a:pPr marL="0" indent="0" algn="ctr">
              <a:buNone/>
            </a:pPr>
            <a:r>
              <a:rPr lang="en-US" dirty="0" err="1"/>
              <a:t>Dešininis</a:t>
            </a:r>
            <a:r>
              <a:rPr lang="en-US" dirty="0"/>
              <a:t> </a:t>
            </a:r>
            <a:r>
              <a:rPr lang="en-US" dirty="0" err="1"/>
              <a:t>pasvirimas</a:t>
            </a:r>
            <a:endParaRPr lang="en-US" dirty="0"/>
          </a:p>
        </p:txBody>
      </p:sp>
      <p:pic>
        <p:nvPicPr>
          <p:cNvPr id="6" name="Picture 5">
            <a:extLst>
              <a:ext uri="{FF2B5EF4-FFF2-40B4-BE49-F238E27FC236}">
                <a16:creationId xmlns:a16="http://schemas.microsoft.com/office/drawing/2014/main" id="{5E7C9F97-1564-0B8F-362B-38F975F2A542}"/>
              </a:ext>
            </a:extLst>
          </p:cNvPr>
          <p:cNvPicPr>
            <a:picLocks noChangeAspect="1"/>
          </p:cNvPicPr>
          <p:nvPr/>
        </p:nvPicPr>
        <p:blipFill>
          <a:blip r:embed="rId2"/>
          <a:stretch>
            <a:fillRect/>
          </a:stretch>
        </p:blipFill>
        <p:spPr>
          <a:xfrm>
            <a:off x="647217" y="2521718"/>
            <a:ext cx="6079759" cy="4108352"/>
          </a:xfrm>
          <a:prstGeom prst="rect">
            <a:avLst/>
          </a:prstGeom>
        </p:spPr>
      </p:pic>
      <p:sp>
        <p:nvSpPr>
          <p:cNvPr id="5" name="TextBox 4">
            <a:extLst>
              <a:ext uri="{FF2B5EF4-FFF2-40B4-BE49-F238E27FC236}">
                <a16:creationId xmlns:a16="http://schemas.microsoft.com/office/drawing/2014/main" id="{94218F8A-43E3-DB71-2478-EB1D135345B9}"/>
              </a:ext>
            </a:extLst>
          </p:cNvPr>
          <p:cNvSpPr txBox="1"/>
          <p:nvPr/>
        </p:nvSpPr>
        <p:spPr>
          <a:xfrm>
            <a:off x="8111613" y="720760"/>
            <a:ext cx="4080387" cy="5909310"/>
          </a:xfrm>
          <a:prstGeom prst="rect">
            <a:avLst/>
          </a:prstGeom>
          <a:noFill/>
        </p:spPr>
        <p:txBody>
          <a:bodyPr wrap="square">
            <a:spAutoFit/>
          </a:bodyPr>
          <a:lstStyle/>
          <a:p>
            <a:pPr>
              <a:buNone/>
            </a:pPr>
            <a:r>
              <a:rPr lang="lt-LT" dirty="0"/>
              <a:t>Dešininis pasvyrimas (</a:t>
            </a:r>
            <a:r>
              <a:rPr lang="lt-LT" b="1" dirty="0"/>
              <a:t>teigiamas pasiskirstymo </a:t>
            </a:r>
            <a:r>
              <a:rPr lang="lt-LT" b="1" dirty="0" err="1"/>
              <a:t>asimetriškumas</a:t>
            </a:r>
            <a:r>
              <a:rPr lang="lt-LT" dirty="0"/>
              <a:t>) yra toks duomenų pasiskirstymas, kai didžioji dalis reikšmių yra susitelkusios kairėje pusėje, o ilga uodega tęsiasi į dešinę.</a:t>
            </a:r>
          </a:p>
          <a:p>
            <a:pPr>
              <a:buNone/>
            </a:pPr>
            <a:endParaRPr lang="lt-LT" dirty="0"/>
          </a:p>
          <a:p>
            <a:pPr>
              <a:buNone/>
            </a:pPr>
            <a:r>
              <a:rPr lang="lt-LT" dirty="0"/>
              <a:t>Dešininio pasvyrimo atveju vidurkis dažniausiai yra didesnis už medianą, nes jį „tempia“ kelios didelės, išskirtinės reikšmės. </a:t>
            </a:r>
            <a:r>
              <a:rPr lang="lt-LT" dirty="0">
                <a:highlight>
                  <a:srgbClr val="FFFF00"/>
                </a:highlight>
              </a:rPr>
              <a:t>Mediana tokiu atveju geriau atspindi tipinę duomenų reikšmę nei vidurkis.</a:t>
            </a:r>
          </a:p>
          <a:p>
            <a:pPr>
              <a:buNone/>
            </a:pPr>
            <a:endParaRPr lang="lt-LT" dirty="0"/>
          </a:p>
          <a:p>
            <a:pPr>
              <a:buNone/>
            </a:pPr>
            <a:r>
              <a:rPr lang="lt-LT" dirty="0"/>
              <a:t>Labai dažnas verslo ir finansiniuose duomenyse, pavyzdžiui, pajamose, užsakymų vertėse ar klientų išleidžiamose sumose. Duomenų analizėje dešininis pasvyrimas signalizuoja, kad būtina atidžiai vertinti išskirtis ir atsargiai interpretuoti vidurkį.</a:t>
            </a:r>
          </a:p>
        </p:txBody>
      </p:sp>
    </p:spTree>
    <p:extLst>
      <p:ext uri="{BB962C8B-B14F-4D97-AF65-F5344CB8AC3E}">
        <p14:creationId xmlns:p14="http://schemas.microsoft.com/office/powerpoint/2010/main" val="12932505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22416-5478-7182-D02C-B96DDD9881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FF767B-8F0E-6BB8-FDE2-17E266D3CA25}"/>
              </a:ext>
            </a:extLst>
          </p:cNvPr>
          <p:cNvSpPr>
            <a:spLocks noGrp="1"/>
          </p:cNvSpPr>
          <p:nvPr>
            <p:ph type="title"/>
          </p:nvPr>
        </p:nvSpPr>
        <p:spPr/>
        <p:txBody>
          <a:bodyPr/>
          <a:lstStyle/>
          <a:p>
            <a:r>
              <a:rPr lang="en-US" dirty="0" err="1"/>
              <a:t>Duomenų</a:t>
            </a:r>
            <a:r>
              <a:rPr lang="en-US" dirty="0"/>
              <a:t> </a:t>
            </a:r>
            <a:r>
              <a:rPr lang="en-US" dirty="0" err="1"/>
              <a:t>pasiskirstymo</a:t>
            </a:r>
            <a:r>
              <a:rPr lang="en-US" dirty="0"/>
              <a:t> forma</a:t>
            </a:r>
          </a:p>
        </p:txBody>
      </p:sp>
      <p:sp>
        <p:nvSpPr>
          <p:cNvPr id="3" name="Content Placeholder 2">
            <a:extLst>
              <a:ext uri="{FF2B5EF4-FFF2-40B4-BE49-F238E27FC236}">
                <a16:creationId xmlns:a16="http://schemas.microsoft.com/office/drawing/2014/main" id="{330729A4-7D57-0F24-8F5A-694466070658}"/>
              </a:ext>
            </a:extLst>
          </p:cNvPr>
          <p:cNvSpPr>
            <a:spLocks noGrp="1"/>
          </p:cNvSpPr>
          <p:nvPr>
            <p:ph idx="1"/>
          </p:nvPr>
        </p:nvSpPr>
        <p:spPr>
          <a:xfrm>
            <a:off x="838200" y="1825625"/>
            <a:ext cx="6083710" cy="524285"/>
          </a:xfrm>
        </p:spPr>
        <p:txBody>
          <a:bodyPr/>
          <a:lstStyle/>
          <a:p>
            <a:pPr marL="0" indent="0" algn="ctr">
              <a:buNone/>
            </a:pPr>
            <a:r>
              <a:rPr lang="en-US"/>
              <a:t>Kairinis pasvirimas</a:t>
            </a:r>
            <a:endParaRPr lang="en-US" dirty="0"/>
          </a:p>
        </p:txBody>
      </p:sp>
      <p:pic>
        <p:nvPicPr>
          <p:cNvPr id="5" name="Picture 4">
            <a:extLst>
              <a:ext uri="{FF2B5EF4-FFF2-40B4-BE49-F238E27FC236}">
                <a16:creationId xmlns:a16="http://schemas.microsoft.com/office/drawing/2014/main" id="{3C963FD9-30DD-EE38-362E-340FAFECA723}"/>
              </a:ext>
            </a:extLst>
          </p:cNvPr>
          <p:cNvPicPr>
            <a:picLocks noChangeAspect="1"/>
          </p:cNvPicPr>
          <p:nvPr/>
        </p:nvPicPr>
        <p:blipFill>
          <a:blip r:embed="rId2"/>
          <a:stretch>
            <a:fillRect/>
          </a:stretch>
        </p:blipFill>
        <p:spPr>
          <a:xfrm>
            <a:off x="838200" y="2534690"/>
            <a:ext cx="6710312" cy="4323310"/>
          </a:xfrm>
          <a:prstGeom prst="rect">
            <a:avLst/>
          </a:prstGeom>
        </p:spPr>
      </p:pic>
      <p:sp>
        <p:nvSpPr>
          <p:cNvPr id="6" name="TextBox 5">
            <a:extLst>
              <a:ext uri="{FF2B5EF4-FFF2-40B4-BE49-F238E27FC236}">
                <a16:creationId xmlns:a16="http://schemas.microsoft.com/office/drawing/2014/main" id="{77786CDE-1BE7-5290-E170-22B7C9AFD1C1}"/>
              </a:ext>
            </a:extLst>
          </p:cNvPr>
          <p:cNvSpPr txBox="1"/>
          <p:nvPr/>
        </p:nvSpPr>
        <p:spPr>
          <a:xfrm>
            <a:off x="7688826" y="1161163"/>
            <a:ext cx="4260720" cy="5632311"/>
          </a:xfrm>
          <a:prstGeom prst="rect">
            <a:avLst/>
          </a:prstGeom>
          <a:noFill/>
        </p:spPr>
        <p:txBody>
          <a:bodyPr wrap="square">
            <a:spAutoFit/>
          </a:bodyPr>
          <a:lstStyle/>
          <a:p>
            <a:pPr>
              <a:buNone/>
            </a:pPr>
            <a:r>
              <a:rPr lang="lt-LT" dirty="0"/>
              <a:t>Kairinis pasvirimas (</a:t>
            </a:r>
            <a:r>
              <a:rPr lang="lt-LT" b="1" dirty="0"/>
              <a:t>neigiamas pasiskirstymo </a:t>
            </a:r>
            <a:r>
              <a:rPr lang="lt-LT" b="1" dirty="0" err="1"/>
              <a:t>asimetriškumas</a:t>
            </a:r>
            <a:r>
              <a:rPr lang="lt-LT" dirty="0"/>
              <a:t>) - kai didžioji dalis reikšmių yra susitelkusios dešinėje pusėje, o ilga uodega tęsiasi į kairę.</a:t>
            </a:r>
          </a:p>
          <a:p>
            <a:pPr>
              <a:buNone/>
            </a:pPr>
            <a:r>
              <a:rPr lang="lt-LT" dirty="0"/>
              <a:t>Vidurkis dažniausiai yra mažesnis už medianą, nes jį „tempia“ kelios mažos, išskirtinės reikšmės. Mediana tokiu atveju geriau atspindi tipinę duomenų reikšmę nei vidurkis.</a:t>
            </a:r>
          </a:p>
          <a:p>
            <a:pPr>
              <a:buNone/>
            </a:pPr>
            <a:endParaRPr lang="lt-LT" dirty="0"/>
          </a:p>
          <a:p>
            <a:pPr>
              <a:buNone/>
            </a:pPr>
            <a:r>
              <a:rPr lang="lt-LT" b="1" dirty="0"/>
              <a:t>Kairinis pasvirimas dažniau pasitaiko rodikliuose su viršutine riba, pavyzdžiui, testų baluose, pasitenkinimo vertinimuose ar veiklos rezultatų įvertinimuose. </a:t>
            </a:r>
            <a:r>
              <a:rPr lang="lt-LT" dirty="0"/>
              <a:t>Duomenų analizėje toks pasiskirstymas rodo, kad dauguma reikšmių yra aukštos, o mažos reikšmės yra retos, bet reikšmingos interpretuojant rezultatus.</a:t>
            </a:r>
          </a:p>
        </p:txBody>
      </p:sp>
    </p:spTree>
    <p:extLst>
      <p:ext uri="{BB962C8B-B14F-4D97-AF65-F5344CB8AC3E}">
        <p14:creationId xmlns:p14="http://schemas.microsoft.com/office/powerpoint/2010/main" val="1138085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CCCEB-861B-B5F3-6A83-31E7C89B0832}"/>
              </a:ext>
            </a:extLst>
          </p:cNvPr>
          <p:cNvSpPr>
            <a:spLocks noGrp="1"/>
          </p:cNvSpPr>
          <p:nvPr>
            <p:ph type="title"/>
          </p:nvPr>
        </p:nvSpPr>
        <p:spPr/>
        <p:txBody>
          <a:bodyPr/>
          <a:lstStyle/>
          <a:p>
            <a:r>
              <a:rPr lang="en-US" dirty="0" err="1"/>
              <a:t>Duomenų</a:t>
            </a:r>
            <a:r>
              <a:rPr lang="en-US" dirty="0"/>
              <a:t> </a:t>
            </a:r>
            <a:r>
              <a:rPr lang="en-US" dirty="0" err="1"/>
              <a:t>sklaidos</a:t>
            </a:r>
            <a:r>
              <a:rPr lang="en-US" dirty="0"/>
              <a:t> matai</a:t>
            </a:r>
          </a:p>
        </p:txBody>
      </p:sp>
      <p:sp>
        <p:nvSpPr>
          <p:cNvPr id="3" name="Content Placeholder 2">
            <a:extLst>
              <a:ext uri="{FF2B5EF4-FFF2-40B4-BE49-F238E27FC236}">
                <a16:creationId xmlns:a16="http://schemas.microsoft.com/office/drawing/2014/main" id="{7A54BE38-35D8-0098-97BC-AD805F119A20}"/>
              </a:ext>
            </a:extLst>
          </p:cNvPr>
          <p:cNvSpPr>
            <a:spLocks noGrp="1"/>
          </p:cNvSpPr>
          <p:nvPr>
            <p:ph idx="1"/>
          </p:nvPr>
        </p:nvSpPr>
        <p:spPr/>
        <p:txBody>
          <a:bodyPr/>
          <a:lstStyle/>
          <a:p>
            <a:r>
              <a:rPr lang="en-US" dirty="0" err="1"/>
              <a:t>Dispersija</a:t>
            </a:r>
            <a:endParaRPr lang="en-US" dirty="0"/>
          </a:p>
          <a:p>
            <a:r>
              <a:rPr lang="en-US" dirty="0" err="1"/>
              <a:t>Standartinis</a:t>
            </a:r>
            <a:r>
              <a:rPr lang="en-US" dirty="0"/>
              <a:t> </a:t>
            </a:r>
            <a:r>
              <a:rPr lang="en-US" dirty="0" err="1"/>
              <a:t>nuokrypis</a:t>
            </a:r>
            <a:endParaRPr lang="en-US" dirty="0"/>
          </a:p>
          <a:p>
            <a:r>
              <a:rPr lang="en-US" dirty="0" err="1">
                <a:highlight>
                  <a:srgbClr val="FFFF00"/>
                </a:highlight>
              </a:rPr>
              <a:t>Interkvantilinis</a:t>
            </a:r>
            <a:r>
              <a:rPr lang="en-US" dirty="0">
                <a:highlight>
                  <a:srgbClr val="FFFF00"/>
                </a:highlight>
              </a:rPr>
              <a:t> </a:t>
            </a:r>
            <a:r>
              <a:rPr lang="en-US" dirty="0" err="1">
                <a:highlight>
                  <a:srgbClr val="FFFF00"/>
                </a:highlight>
              </a:rPr>
              <a:t>diapazonas</a:t>
            </a:r>
            <a:endParaRPr lang="en-US" dirty="0">
              <a:highlight>
                <a:srgbClr val="FFFF00"/>
              </a:highlight>
            </a:endParaRPr>
          </a:p>
          <a:p>
            <a:r>
              <a:rPr lang="en-US" dirty="0" err="1"/>
              <a:t>Variacijos</a:t>
            </a:r>
            <a:r>
              <a:rPr lang="en-US" dirty="0"/>
              <a:t> </a:t>
            </a:r>
            <a:r>
              <a:rPr lang="en-US" dirty="0" err="1"/>
              <a:t>koeficientas</a:t>
            </a:r>
            <a:endParaRPr lang="en-US" dirty="0"/>
          </a:p>
        </p:txBody>
      </p:sp>
      <p:sp>
        <p:nvSpPr>
          <p:cNvPr id="5" name="TextBox 4">
            <a:extLst>
              <a:ext uri="{FF2B5EF4-FFF2-40B4-BE49-F238E27FC236}">
                <a16:creationId xmlns:a16="http://schemas.microsoft.com/office/drawing/2014/main" id="{DB3AA603-69E9-3D4F-714D-64BF9E8E4E76}"/>
              </a:ext>
            </a:extLst>
          </p:cNvPr>
          <p:cNvSpPr txBox="1"/>
          <p:nvPr/>
        </p:nvSpPr>
        <p:spPr>
          <a:xfrm>
            <a:off x="5063613" y="4650262"/>
            <a:ext cx="6096000" cy="1200329"/>
          </a:xfrm>
          <a:prstGeom prst="rect">
            <a:avLst/>
          </a:prstGeom>
          <a:noFill/>
        </p:spPr>
        <p:txBody>
          <a:bodyPr wrap="square">
            <a:spAutoFit/>
          </a:bodyPr>
          <a:lstStyle/>
          <a:p>
            <a:r>
              <a:rPr lang="lt-LT" dirty="0"/>
              <a:t>Duomenų sklaidos matai parodo, </a:t>
            </a:r>
            <a:r>
              <a:rPr lang="lt-LT" b="1" dirty="0"/>
              <a:t>kiek duomenys yra išsibarstę aplink centrinę tendenciją</a:t>
            </a:r>
            <a:r>
              <a:rPr lang="lt-LT" dirty="0"/>
              <a:t>. Jie leidžia įvertinti duomenų stabilumą, </a:t>
            </a:r>
            <a:r>
              <a:rPr lang="lt-LT" dirty="0" err="1"/>
              <a:t>variabilumą</a:t>
            </a:r>
            <a:r>
              <a:rPr lang="lt-LT" dirty="0"/>
              <a:t> ir riziką, net jei vidurkiai yra vienodi.</a:t>
            </a:r>
          </a:p>
        </p:txBody>
      </p:sp>
    </p:spTree>
    <p:extLst>
      <p:ext uri="{BB962C8B-B14F-4D97-AF65-F5344CB8AC3E}">
        <p14:creationId xmlns:p14="http://schemas.microsoft.com/office/powerpoint/2010/main" val="5407449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3CF9F-7264-9BF0-4D3C-7B8A0F6EFBBA}"/>
              </a:ext>
            </a:extLst>
          </p:cNvPr>
          <p:cNvSpPr>
            <a:spLocks noGrp="1"/>
          </p:cNvSpPr>
          <p:nvPr>
            <p:ph type="title"/>
          </p:nvPr>
        </p:nvSpPr>
        <p:spPr/>
        <p:txBody>
          <a:bodyPr/>
          <a:lstStyle/>
          <a:p>
            <a:r>
              <a:rPr lang="en-US" dirty="0" err="1"/>
              <a:t>Dispersija</a:t>
            </a:r>
            <a:endParaRPr lang="en-US" dirty="0"/>
          </a:p>
        </p:txBody>
      </p:sp>
      <p:sp>
        <p:nvSpPr>
          <p:cNvPr id="3" name="Content Placeholder 2">
            <a:extLst>
              <a:ext uri="{FF2B5EF4-FFF2-40B4-BE49-F238E27FC236}">
                <a16:creationId xmlns:a16="http://schemas.microsoft.com/office/drawing/2014/main" id="{40005B34-03A2-B4A0-7668-7DC9656D7B8F}"/>
              </a:ext>
            </a:extLst>
          </p:cNvPr>
          <p:cNvSpPr>
            <a:spLocks noGrp="1"/>
          </p:cNvSpPr>
          <p:nvPr>
            <p:ph idx="1"/>
          </p:nvPr>
        </p:nvSpPr>
        <p:spPr/>
        <p:txBody>
          <a:bodyPr/>
          <a:lstStyle/>
          <a:p>
            <a:r>
              <a:rPr lang="lt-LT" dirty="0"/>
              <a:t>Parodo, kiek duomenų reikšmės vidutiniškai nutolusios nuo vidurkio - parodo, </a:t>
            </a:r>
            <a:r>
              <a:rPr lang="lt-LT" b="1" dirty="0"/>
              <a:t>kiek vidutiniškai duomenų reikšmės nutolusios nuo vidurkio, skaičiuojant kvadratinius nuokrypius. </a:t>
            </a:r>
            <a:r>
              <a:rPr lang="lt-LT" dirty="0"/>
              <a:t>Ji suteikia matematinį pagrindą sklaidos vertinimui, tačiau dėl kvadratinio matavimo vienetų dažniausiai naudojama kaip tarpinis rodiklis, o ne tiesioginei interpretacijai.</a:t>
            </a:r>
            <a:endParaRPr lang="en-US" dirty="0"/>
          </a:p>
          <a:p>
            <a:r>
              <a:rPr lang="lt-LT" dirty="0"/>
              <a:t>Kuo didesnė dispersija, tuo labiau duomenys išsibarstę.</a:t>
            </a:r>
            <a:endParaRPr lang="en-US" dirty="0"/>
          </a:p>
        </p:txBody>
      </p:sp>
      <p:pic>
        <p:nvPicPr>
          <p:cNvPr id="5" name="Picture 4">
            <a:extLst>
              <a:ext uri="{FF2B5EF4-FFF2-40B4-BE49-F238E27FC236}">
                <a16:creationId xmlns:a16="http://schemas.microsoft.com/office/drawing/2014/main" id="{FB732262-0848-55C4-B110-855A0EA25592}"/>
              </a:ext>
            </a:extLst>
          </p:cNvPr>
          <p:cNvPicPr>
            <a:picLocks noChangeAspect="1"/>
          </p:cNvPicPr>
          <p:nvPr/>
        </p:nvPicPr>
        <p:blipFill>
          <a:blip r:embed="rId2"/>
          <a:stretch>
            <a:fillRect/>
          </a:stretch>
        </p:blipFill>
        <p:spPr>
          <a:xfrm>
            <a:off x="3247903" y="4959098"/>
            <a:ext cx="4146281" cy="1640288"/>
          </a:xfrm>
          <a:prstGeom prst="rect">
            <a:avLst/>
          </a:prstGeom>
        </p:spPr>
      </p:pic>
    </p:spTree>
    <p:extLst>
      <p:ext uri="{BB962C8B-B14F-4D97-AF65-F5344CB8AC3E}">
        <p14:creationId xmlns:p14="http://schemas.microsoft.com/office/powerpoint/2010/main" val="29756848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A9FE8-8A25-C468-2142-BD28994679FA}"/>
              </a:ext>
            </a:extLst>
          </p:cNvPr>
          <p:cNvSpPr>
            <a:spLocks noGrp="1"/>
          </p:cNvSpPr>
          <p:nvPr>
            <p:ph type="title"/>
          </p:nvPr>
        </p:nvSpPr>
        <p:spPr/>
        <p:txBody>
          <a:bodyPr/>
          <a:lstStyle/>
          <a:p>
            <a:r>
              <a:rPr lang="en-US" dirty="0" err="1"/>
              <a:t>Standartinis</a:t>
            </a:r>
            <a:r>
              <a:rPr lang="en-US" dirty="0"/>
              <a:t> </a:t>
            </a:r>
            <a:r>
              <a:rPr lang="en-US" dirty="0" err="1"/>
              <a:t>nuokrypis</a:t>
            </a:r>
            <a:endParaRPr lang="en-US" dirty="0"/>
          </a:p>
        </p:txBody>
      </p:sp>
      <p:sp>
        <p:nvSpPr>
          <p:cNvPr id="3" name="Content Placeholder 2">
            <a:extLst>
              <a:ext uri="{FF2B5EF4-FFF2-40B4-BE49-F238E27FC236}">
                <a16:creationId xmlns:a16="http://schemas.microsoft.com/office/drawing/2014/main" id="{9605583F-D4EC-4453-BA6A-C4215B9992B7}"/>
              </a:ext>
            </a:extLst>
          </p:cNvPr>
          <p:cNvSpPr>
            <a:spLocks noGrp="1"/>
          </p:cNvSpPr>
          <p:nvPr>
            <p:ph idx="1"/>
          </p:nvPr>
        </p:nvSpPr>
        <p:spPr/>
        <p:txBody>
          <a:bodyPr/>
          <a:lstStyle/>
          <a:p>
            <a:r>
              <a:rPr lang="lt-LT" dirty="0"/>
              <a:t>Tai dispersijos kvadratinė šaknis  ir </a:t>
            </a:r>
            <a:r>
              <a:rPr lang="lt-LT" dirty="0">
                <a:highlight>
                  <a:srgbClr val="FFFF00"/>
                </a:highlight>
              </a:rPr>
              <a:t>parodo tipinį nuokrypį nuo vidurkio tais pačiais matavimo vienetais kaip ir duomenys. </a:t>
            </a:r>
            <a:r>
              <a:rPr lang="lt-LT" dirty="0"/>
              <a:t>Tai vienas dažniausiai naudojamų sklaidos rodiklių duomenų analizėje, nes leidžia lengvai palyginti kintamumą ir suprasti, kiek reikšmės svyruoja aplink vidurkį.</a:t>
            </a:r>
            <a:endParaRPr lang="en-US" dirty="0"/>
          </a:p>
          <a:p>
            <a:r>
              <a:rPr lang="en-US" dirty="0" err="1"/>
              <a:t>Lengviau</a:t>
            </a:r>
            <a:r>
              <a:rPr lang="en-US" dirty="0"/>
              <a:t> </a:t>
            </a:r>
            <a:r>
              <a:rPr lang="en-US" dirty="0" err="1"/>
              <a:t>interpretuojamas</a:t>
            </a:r>
            <a:r>
              <a:rPr lang="en-US" dirty="0"/>
              <a:t> </a:t>
            </a:r>
            <a:r>
              <a:rPr lang="en-US" dirty="0" err="1"/>
              <a:t>nei</a:t>
            </a:r>
            <a:r>
              <a:rPr lang="en-US" dirty="0"/>
              <a:t> </a:t>
            </a:r>
            <a:r>
              <a:rPr lang="en-US" dirty="0" err="1"/>
              <a:t>dispersija</a:t>
            </a:r>
            <a:r>
              <a:rPr lang="en-US" dirty="0"/>
              <a:t>, </a:t>
            </a:r>
            <a:r>
              <a:rPr lang="en-US" dirty="0" err="1"/>
              <a:t>nes</a:t>
            </a:r>
            <a:r>
              <a:rPr lang="en-US" dirty="0"/>
              <a:t> </a:t>
            </a:r>
            <a:r>
              <a:rPr lang="en-US" dirty="0" err="1"/>
              <a:t>matuojamas</a:t>
            </a:r>
            <a:r>
              <a:rPr lang="en-US" dirty="0"/>
              <a:t> tais </a:t>
            </a:r>
            <a:r>
              <a:rPr lang="en-US" dirty="0" err="1"/>
              <a:t>pačiais</a:t>
            </a:r>
            <a:r>
              <a:rPr lang="en-US" dirty="0"/>
              <a:t> </a:t>
            </a:r>
            <a:r>
              <a:rPr lang="en-US" dirty="0" err="1"/>
              <a:t>vienetais</a:t>
            </a:r>
            <a:r>
              <a:rPr lang="en-US" dirty="0"/>
              <a:t> </a:t>
            </a:r>
            <a:r>
              <a:rPr lang="en-US" dirty="0" err="1"/>
              <a:t>kaip</a:t>
            </a:r>
            <a:r>
              <a:rPr lang="en-US" dirty="0"/>
              <a:t> </a:t>
            </a:r>
            <a:r>
              <a:rPr lang="en-US" dirty="0" err="1"/>
              <a:t>ir</a:t>
            </a:r>
            <a:r>
              <a:rPr lang="en-US" dirty="0"/>
              <a:t> </a:t>
            </a:r>
            <a:r>
              <a:rPr lang="en-US" dirty="0" err="1"/>
              <a:t>duomenys</a:t>
            </a:r>
            <a:r>
              <a:rPr lang="en-US" dirty="0"/>
              <a:t>.</a:t>
            </a:r>
          </a:p>
        </p:txBody>
      </p:sp>
      <p:pic>
        <p:nvPicPr>
          <p:cNvPr id="7" name="Picture 6">
            <a:extLst>
              <a:ext uri="{FF2B5EF4-FFF2-40B4-BE49-F238E27FC236}">
                <a16:creationId xmlns:a16="http://schemas.microsoft.com/office/drawing/2014/main" id="{02D9F885-D913-0CB3-89A3-8154792A2C9C}"/>
              </a:ext>
            </a:extLst>
          </p:cNvPr>
          <p:cNvPicPr>
            <a:picLocks noChangeAspect="1"/>
          </p:cNvPicPr>
          <p:nvPr/>
        </p:nvPicPr>
        <p:blipFill>
          <a:blip r:embed="rId2"/>
          <a:stretch>
            <a:fillRect/>
          </a:stretch>
        </p:blipFill>
        <p:spPr>
          <a:xfrm>
            <a:off x="4570428" y="4976146"/>
            <a:ext cx="2289866" cy="1335754"/>
          </a:xfrm>
          <a:prstGeom prst="rect">
            <a:avLst/>
          </a:prstGeom>
        </p:spPr>
      </p:pic>
    </p:spTree>
    <p:extLst>
      <p:ext uri="{BB962C8B-B14F-4D97-AF65-F5344CB8AC3E}">
        <p14:creationId xmlns:p14="http://schemas.microsoft.com/office/powerpoint/2010/main" val="23723347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C8F74-FD9E-0434-1BF8-304C76379CAB}"/>
              </a:ext>
            </a:extLst>
          </p:cNvPr>
          <p:cNvSpPr>
            <a:spLocks noGrp="1"/>
          </p:cNvSpPr>
          <p:nvPr>
            <p:ph type="title"/>
          </p:nvPr>
        </p:nvSpPr>
        <p:spPr/>
        <p:txBody>
          <a:bodyPr/>
          <a:lstStyle/>
          <a:p>
            <a:r>
              <a:rPr lang="en-US" dirty="0" err="1"/>
              <a:t>Variacijos</a:t>
            </a:r>
            <a:r>
              <a:rPr lang="en-US" dirty="0"/>
              <a:t> </a:t>
            </a:r>
            <a:r>
              <a:rPr lang="en-US" dirty="0" err="1"/>
              <a:t>koeficientas</a:t>
            </a:r>
            <a:endParaRPr lang="en-US" dirty="0"/>
          </a:p>
        </p:txBody>
      </p:sp>
      <p:sp>
        <p:nvSpPr>
          <p:cNvPr id="3" name="Content Placeholder 2">
            <a:extLst>
              <a:ext uri="{FF2B5EF4-FFF2-40B4-BE49-F238E27FC236}">
                <a16:creationId xmlns:a16="http://schemas.microsoft.com/office/drawing/2014/main" id="{4811A3FE-177E-993A-4EAC-ECAEB3FC780F}"/>
              </a:ext>
            </a:extLst>
          </p:cNvPr>
          <p:cNvSpPr>
            <a:spLocks noGrp="1"/>
          </p:cNvSpPr>
          <p:nvPr>
            <p:ph idx="1"/>
          </p:nvPr>
        </p:nvSpPr>
        <p:spPr/>
        <p:txBody>
          <a:bodyPr/>
          <a:lstStyle/>
          <a:p>
            <a:r>
              <a:rPr lang="lt-LT" dirty="0"/>
              <a:t>Santykinis </a:t>
            </a:r>
            <a:r>
              <a:rPr lang="en-US" dirty="0" err="1"/>
              <a:t>rodiklis</a:t>
            </a:r>
            <a:r>
              <a:rPr lang="lt-LT" dirty="0"/>
              <a:t>, leidžiantis palyginti skirtingų </a:t>
            </a:r>
            <a:r>
              <a:rPr lang="en-US" dirty="0" err="1"/>
              <a:t>mastų</a:t>
            </a:r>
            <a:r>
              <a:rPr lang="lt-LT" dirty="0"/>
              <a:t> duomenis - parodo standartinio nuokrypio ir vidurkio santykį. Jis naudojamas santykiniam kintamumui įvertinti, kai reikia palyginti skirtingų mastelių duomenis. Duomenų analizėje jis leidžia įvertinti, kuris rodiklis yra stabilesnis, net jei absoliučios reikšmės labai skiriasi.</a:t>
            </a:r>
            <a:endParaRPr lang="en-US" dirty="0"/>
          </a:p>
          <a:p>
            <a:r>
              <a:rPr lang="lt-LT" dirty="0"/>
              <a:t>Naudojamas, kai reikia palyginti skirtingo dydžio ar</a:t>
            </a:r>
            <a:r>
              <a:rPr lang="en-US" dirty="0"/>
              <a:t> </a:t>
            </a:r>
            <a:r>
              <a:rPr lang="en-US" dirty="0" err="1"/>
              <a:t>skirtingų</a:t>
            </a:r>
            <a:r>
              <a:rPr lang="lt-LT" dirty="0"/>
              <a:t> vienetų duomenų grupes.</a:t>
            </a:r>
            <a:endParaRPr lang="en-US" dirty="0"/>
          </a:p>
        </p:txBody>
      </p:sp>
      <p:pic>
        <p:nvPicPr>
          <p:cNvPr id="5" name="Picture 4">
            <a:extLst>
              <a:ext uri="{FF2B5EF4-FFF2-40B4-BE49-F238E27FC236}">
                <a16:creationId xmlns:a16="http://schemas.microsoft.com/office/drawing/2014/main" id="{B9C13C64-E571-5E43-D5CF-79A8FFB22E45}"/>
              </a:ext>
            </a:extLst>
          </p:cNvPr>
          <p:cNvPicPr>
            <a:picLocks noChangeAspect="1"/>
          </p:cNvPicPr>
          <p:nvPr/>
        </p:nvPicPr>
        <p:blipFill>
          <a:blip r:embed="rId2"/>
          <a:stretch>
            <a:fillRect/>
          </a:stretch>
        </p:blipFill>
        <p:spPr>
          <a:xfrm>
            <a:off x="4575281" y="5337324"/>
            <a:ext cx="2737953" cy="839639"/>
          </a:xfrm>
          <a:prstGeom prst="rect">
            <a:avLst/>
          </a:prstGeom>
        </p:spPr>
      </p:pic>
    </p:spTree>
    <p:extLst>
      <p:ext uri="{BB962C8B-B14F-4D97-AF65-F5344CB8AC3E}">
        <p14:creationId xmlns:p14="http://schemas.microsoft.com/office/powerpoint/2010/main" val="37966513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E4F9D-2810-96D8-F54B-9631EDC1D463}"/>
              </a:ext>
            </a:extLst>
          </p:cNvPr>
          <p:cNvSpPr>
            <a:spLocks noGrp="1"/>
          </p:cNvSpPr>
          <p:nvPr>
            <p:ph type="title"/>
          </p:nvPr>
        </p:nvSpPr>
        <p:spPr/>
        <p:txBody>
          <a:bodyPr/>
          <a:lstStyle/>
          <a:p>
            <a:r>
              <a:rPr lang="en-US" dirty="0" err="1"/>
              <a:t>Interkvartilinis</a:t>
            </a:r>
            <a:r>
              <a:rPr lang="en-US" dirty="0"/>
              <a:t> </a:t>
            </a:r>
            <a:r>
              <a:rPr lang="en-US" dirty="0" err="1"/>
              <a:t>diapazonas</a:t>
            </a:r>
            <a:r>
              <a:rPr lang="en-US" dirty="0"/>
              <a:t> (Interquartile range, IQR)</a:t>
            </a:r>
          </a:p>
        </p:txBody>
      </p:sp>
      <p:sp>
        <p:nvSpPr>
          <p:cNvPr id="3" name="Content Placeholder 2">
            <a:extLst>
              <a:ext uri="{FF2B5EF4-FFF2-40B4-BE49-F238E27FC236}">
                <a16:creationId xmlns:a16="http://schemas.microsoft.com/office/drawing/2014/main" id="{FE5DEE88-0A97-310D-7413-1464DFF19E06}"/>
              </a:ext>
            </a:extLst>
          </p:cNvPr>
          <p:cNvSpPr>
            <a:spLocks noGrp="1"/>
          </p:cNvSpPr>
          <p:nvPr>
            <p:ph idx="1"/>
          </p:nvPr>
        </p:nvSpPr>
        <p:spPr/>
        <p:txBody>
          <a:bodyPr/>
          <a:lstStyle/>
          <a:p>
            <a:r>
              <a:rPr lang="lt-LT" dirty="0"/>
              <a:t>Rodo centrinės 50% duomenų dalies išsibarstymą</a:t>
            </a:r>
            <a:endParaRPr lang="en-US" dirty="0"/>
          </a:p>
          <a:p>
            <a:r>
              <a:rPr lang="en-US" dirty="0" err="1"/>
              <a:t>Skaičiuojamas</a:t>
            </a:r>
            <a:r>
              <a:rPr lang="en-US" dirty="0"/>
              <a:t> </a:t>
            </a:r>
            <a:r>
              <a:rPr lang="en-US" dirty="0" err="1"/>
              <a:t>kaip</a:t>
            </a:r>
            <a:r>
              <a:rPr lang="en-US" dirty="0"/>
              <a:t> </a:t>
            </a:r>
            <a:r>
              <a:rPr lang="en-US" dirty="0" err="1"/>
              <a:t>trečiojo</a:t>
            </a:r>
            <a:r>
              <a:rPr lang="en-US" dirty="0"/>
              <a:t> </a:t>
            </a:r>
            <a:r>
              <a:rPr lang="en-US" dirty="0" err="1"/>
              <a:t>kvartilio</a:t>
            </a:r>
            <a:r>
              <a:rPr lang="en-US" dirty="0"/>
              <a:t> Q3 </a:t>
            </a:r>
            <a:r>
              <a:rPr lang="en-US" dirty="0" err="1"/>
              <a:t>ir</a:t>
            </a:r>
            <a:r>
              <a:rPr lang="en-US" dirty="0"/>
              <a:t> </a:t>
            </a:r>
            <a:r>
              <a:rPr lang="en-US" dirty="0" err="1"/>
              <a:t>pirmojo</a:t>
            </a:r>
            <a:r>
              <a:rPr lang="en-US" dirty="0"/>
              <a:t> </a:t>
            </a:r>
            <a:r>
              <a:rPr lang="en-US" dirty="0" err="1"/>
              <a:t>kvartilio</a:t>
            </a:r>
            <a:r>
              <a:rPr lang="en-US" dirty="0"/>
              <a:t> Q1 </a:t>
            </a:r>
            <a:r>
              <a:rPr lang="en-US" dirty="0" err="1"/>
              <a:t>skirtumas</a:t>
            </a:r>
            <a:r>
              <a:rPr lang="lt-LT" dirty="0"/>
              <a:t> - </a:t>
            </a:r>
            <a:r>
              <a:rPr lang="lt-LT" dirty="0">
                <a:highlight>
                  <a:srgbClr val="FFFF00"/>
                </a:highlight>
              </a:rPr>
              <a:t>apima vidurinę 50 procentų duomenų dalį ir yra atsparus išskirtinėms reikšmėms</a:t>
            </a:r>
            <a:r>
              <a:rPr lang="lt-LT" dirty="0"/>
              <a:t>. Šis rodiklis ypač naudingas analizuojant iškreiptus pasiskirstymus ir vertinant duomenų sklaidą be ekstremalių reikšmių įtakos.</a:t>
            </a:r>
            <a:endParaRPr lang="en-US" dirty="0"/>
          </a:p>
          <a:p>
            <a:r>
              <a:rPr lang="en-US" dirty="0" err="1"/>
              <a:t>Atsparus</a:t>
            </a:r>
            <a:r>
              <a:rPr lang="en-US" dirty="0"/>
              <a:t> </a:t>
            </a:r>
            <a:r>
              <a:rPr lang="en-US" dirty="0" err="1"/>
              <a:t>nuokrypiams</a:t>
            </a:r>
            <a:r>
              <a:rPr lang="en-US" dirty="0"/>
              <a:t> (outliers)</a:t>
            </a:r>
          </a:p>
        </p:txBody>
      </p:sp>
      <p:pic>
        <p:nvPicPr>
          <p:cNvPr id="5" name="Picture 4">
            <a:extLst>
              <a:ext uri="{FF2B5EF4-FFF2-40B4-BE49-F238E27FC236}">
                <a16:creationId xmlns:a16="http://schemas.microsoft.com/office/drawing/2014/main" id="{2DB90827-16A7-9D4D-B74A-6F04B13A876D}"/>
              </a:ext>
            </a:extLst>
          </p:cNvPr>
          <p:cNvPicPr>
            <a:picLocks noChangeAspect="1"/>
          </p:cNvPicPr>
          <p:nvPr/>
        </p:nvPicPr>
        <p:blipFill>
          <a:blip r:embed="rId2"/>
          <a:stretch>
            <a:fillRect/>
          </a:stretch>
        </p:blipFill>
        <p:spPr>
          <a:xfrm>
            <a:off x="3191473" y="5346752"/>
            <a:ext cx="4638938" cy="965148"/>
          </a:xfrm>
          <a:prstGeom prst="rect">
            <a:avLst/>
          </a:prstGeom>
        </p:spPr>
      </p:pic>
    </p:spTree>
    <p:extLst>
      <p:ext uri="{BB962C8B-B14F-4D97-AF65-F5344CB8AC3E}">
        <p14:creationId xmlns:p14="http://schemas.microsoft.com/office/powerpoint/2010/main" val="7979513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2EECC7E5-BBB8-697B-C60E-43E138BCFB8A}"/>
              </a:ext>
            </a:extLst>
          </p:cNvPr>
          <p:cNvSpPr>
            <a:spLocks noGrp="1"/>
          </p:cNvSpPr>
          <p:nvPr>
            <p:ph type="title"/>
          </p:nvPr>
        </p:nvSpPr>
        <p:spPr/>
        <p:txBody>
          <a:bodyPr/>
          <a:lstStyle/>
          <a:p>
            <a:r>
              <a:rPr lang="lt-LT" dirty="0" err="1"/>
              <a:t>Interkvantilinis</a:t>
            </a:r>
            <a:r>
              <a:rPr lang="lt-LT" dirty="0"/>
              <a:t> diapazonas (IQR) </a:t>
            </a:r>
          </a:p>
        </p:txBody>
      </p:sp>
      <p:sp>
        <p:nvSpPr>
          <p:cNvPr id="3" name="Turinio vietos rezervavimo ženklas 2">
            <a:extLst>
              <a:ext uri="{FF2B5EF4-FFF2-40B4-BE49-F238E27FC236}">
                <a16:creationId xmlns:a16="http://schemas.microsoft.com/office/drawing/2014/main" id="{E95F57BB-C320-3ECC-9B19-116BDA66B259}"/>
              </a:ext>
            </a:extLst>
          </p:cNvPr>
          <p:cNvSpPr>
            <a:spLocks noGrp="1"/>
          </p:cNvSpPr>
          <p:nvPr>
            <p:ph idx="1"/>
          </p:nvPr>
        </p:nvSpPr>
        <p:spPr/>
        <p:txBody>
          <a:bodyPr>
            <a:normAutofit fontScale="70000" lnSpcReduction="20000"/>
          </a:bodyPr>
          <a:lstStyle/>
          <a:p>
            <a:r>
              <a:rPr lang="lt-LT" dirty="0"/>
              <a:t>parodo, </a:t>
            </a:r>
            <a:r>
              <a:rPr lang="lt-LT" b="1" dirty="0"/>
              <a:t>kiek išsisklaidžiusi vidurinė 50 % duomenų dalis</a:t>
            </a:r>
            <a:r>
              <a:rPr lang="lt-LT" dirty="0"/>
              <a:t>, neatsižvelgiant į ekstremalias reikšmes. Jis naudojamas tada, kai duomenų pasiskirstymas yra asimetriškas arba turi </a:t>
            </a:r>
            <a:r>
              <a:rPr lang="lt-LT" dirty="0" err="1"/>
              <a:t>outliers</a:t>
            </a:r>
            <a:r>
              <a:rPr lang="lt-LT" dirty="0"/>
              <a:t>.</a:t>
            </a:r>
          </a:p>
          <a:p>
            <a:r>
              <a:rPr lang="lt-LT" dirty="0"/>
              <a:t>Formulė:</a:t>
            </a:r>
            <a:br>
              <a:rPr lang="lt-LT" dirty="0"/>
            </a:br>
            <a:r>
              <a:rPr lang="lt-LT" dirty="0"/>
              <a:t>IQR = Q3 − Q1</a:t>
            </a:r>
          </a:p>
          <a:p>
            <a:r>
              <a:rPr lang="lt-LT" dirty="0"/>
              <a:t>Q1 yra 25-asis </a:t>
            </a:r>
            <a:r>
              <a:rPr lang="lt-LT" dirty="0" err="1"/>
              <a:t>procentilis</a:t>
            </a:r>
            <a:r>
              <a:rPr lang="lt-LT" dirty="0"/>
              <a:t>, Q3 – 75-asis </a:t>
            </a:r>
            <a:r>
              <a:rPr lang="lt-LT" dirty="0" err="1"/>
              <a:t>procentilis</a:t>
            </a:r>
            <a:r>
              <a:rPr lang="lt-LT" dirty="0"/>
              <a:t>. Tarp šių reikšmių patenka pusė visų stebėjimų.</a:t>
            </a:r>
          </a:p>
          <a:p>
            <a:pPr marL="0" indent="0">
              <a:buNone/>
            </a:pPr>
            <a:endParaRPr lang="lt-LT" dirty="0"/>
          </a:p>
          <a:p>
            <a:r>
              <a:rPr lang="lt-LT" dirty="0"/>
              <a:t>Analitikoje IQR dažniausiai taikomas dviem tikslais. Pirma, </a:t>
            </a:r>
            <a:r>
              <a:rPr lang="lt-LT" b="1" dirty="0"/>
              <a:t>duomenų sklaidai vertinti</a:t>
            </a:r>
            <a:r>
              <a:rPr lang="lt-LT" dirty="0"/>
              <a:t>, kai vidurkis ir standartinis nuokrypis yra nepatikimi dėl išskirtinių reikšmių. Antra, išskirtinių reikšmių </a:t>
            </a:r>
            <a:r>
              <a:rPr lang="lt-LT" b="1" dirty="0"/>
              <a:t>identifikavimui</a:t>
            </a:r>
            <a:r>
              <a:rPr lang="lt-LT" dirty="0"/>
              <a:t>, nustatant apatines ir viršutines ribas.</a:t>
            </a:r>
          </a:p>
          <a:p>
            <a:r>
              <a:rPr lang="lt-LT" dirty="0">
                <a:highlight>
                  <a:srgbClr val="FFFF00"/>
                </a:highlight>
              </a:rPr>
              <a:t>Išskirčių ribos:</a:t>
            </a:r>
            <a:br>
              <a:rPr lang="lt-LT" dirty="0">
                <a:highlight>
                  <a:srgbClr val="FFFF00"/>
                </a:highlight>
              </a:rPr>
            </a:br>
            <a:r>
              <a:rPr lang="lt-LT" dirty="0">
                <a:highlight>
                  <a:srgbClr val="FFFF00"/>
                </a:highlight>
              </a:rPr>
              <a:t>Apatinė riba = Q1 − 1.5 × IQR</a:t>
            </a:r>
            <a:br>
              <a:rPr lang="lt-LT" dirty="0">
                <a:highlight>
                  <a:srgbClr val="FFFF00"/>
                </a:highlight>
              </a:rPr>
            </a:br>
            <a:r>
              <a:rPr lang="lt-LT" dirty="0">
                <a:highlight>
                  <a:srgbClr val="FFFF00"/>
                </a:highlight>
              </a:rPr>
              <a:t>Viršutinė riba = Q3 + 1.5 × IQR</a:t>
            </a:r>
          </a:p>
          <a:p>
            <a:r>
              <a:rPr lang="lt-LT" dirty="0"/>
              <a:t>Verslo kontekste IQR leidžia vertinti tipinį klientų elgesį, pavyzdžiui, užsakymų vertės ar pajamų stabilumą, nepervertinant pavienių ekstremalių atvejų.</a:t>
            </a:r>
          </a:p>
          <a:p>
            <a:endParaRPr lang="lt-LT" dirty="0"/>
          </a:p>
        </p:txBody>
      </p:sp>
    </p:spTree>
    <p:extLst>
      <p:ext uri="{BB962C8B-B14F-4D97-AF65-F5344CB8AC3E}">
        <p14:creationId xmlns:p14="http://schemas.microsoft.com/office/powerpoint/2010/main" val="858050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diagram of a number of individuals&#10;&#10;AI-generated content may be incorrect.">
            <a:extLst>
              <a:ext uri="{FF2B5EF4-FFF2-40B4-BE49-F238E27FC236}">
                <a16:creationId xmlns:a16="http://schemas.microsoft.com/office/drawing/2014/main" id="{B24947CE-8867-DCB0-6E2F-3C016232CFF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64229" y="796412"/>
            <a:ext cx="6980906" cy="3490453"/>
          </a:xfrm>
        </p:spPr>
      </p:pic>
      <p:sp>
        <p:nvSpPr>
          <p:cNvPr id="3" name="TextBox 2">
            <a:extLst>
              <a:ext uri="{FF2B5EF4-FFF2-40B4-BE49-F238E27FC236}">
                <a16:creationId xmlns:a16="http://schemas.microsoft.com/office/drawing/2014/main" id="{E2E24337-3911-C024-39DE-2F6BD610AC0F}"/>
              </a:ext>
            </a:extLst>
          </p:cNvPr>
          <p:cNvSpPr txBox="1"/>
          <p:nvPr/>
        </p:nvSpPr>
        <p:spPr>
          <a:xfrm>
            <a:off x="7148052" y="39548"/>
            <a:ext cx="4365523" cy="1200329"/>
          </a:xfrm>
          <a:prstGeom prst="rect">
            <a:avLst/>
          </a:prstGeom>
          <a:noFill/>
        </p:spPr>
        <p:txBody>
          <a:bodyPr wrap="square">
            <a:spAutoFit/>
          </a:bodyPr>
          <a:lstStyle/>
          <a:p>
            <a:r>
              <a:rPr lang="lt-LT" dirty="0" err="1"/>
              <a:t>Boxplot</a:t>
            </a:r>
            <a:r>
              <a:rPr lang="lt-LT" dirty="0"/>
              <a:t> - naudojamas aprašomojoje statistikoje duomenų pasiskirstymui, sklaidai ir išskirtinėms reikšmėms analizuoti.</a:t>
            </a:r>
          </a:p>
        </p:txBody>
      </p:sp>
      <p:sp>
        <p:nvSpPr>
          <p:cNvPr id="6" name="TextBox 5">
            <a:extLst>
              <a:ext uri="{FF2B5EF4-FFF2-40B4-BE49-F238E27FC236}">
                <a16:creationId xmlns:a16="http://schemas.microsoft.com/office/drawing/2014/main" id="{49AFBD25-81CE-CAD6-17D6-96498BA2C098}"/>
              </a:ext>
            </a:extLst>
          </p:cNvPr>
          <p:cNvSpPr txBox="1"/>
          <p:nvPr/>
        </p:nvSpPr>
        <p:spPr>
          <a:xfrm>
            <a:off x="364229" y="4368176"/>
            <a:ext cx="8072284" cy="2585323"/>
          </a:xfrm>
          <a:prstGeom prst="rect">
            <a:avLst/>
          </a:prstGeom>
          <a:noFill/>
        </p:spPr>
        <p:txBody>
          <a:bodyPr wrap="square">
            <a:spAutoFit/>
          </a:bodyPr>
          <a:lstStyle/>
          <a:p>
            <a:pPr>
              <a:buNone/>
            </a:pPr>
            <a:r>
              <a:rPr lang="lt-LT" dirty="0"/>
              <a:t>Stačiakampis grafiko centre vaizduoja </a:t>
            </a:r>
            <a:r>
              <a:rPr lang="lt-LT" dirty="0" err="1"/>
              <a:t>interkvantilinį</a:t>
            </a:r>
            <a:r>
              <a:rPr lang="lt-LT" dirty="0"/>
              <a:t> diapazoną (</a:t>
            </a:r>
            <a:r>
              <a:rPr lang="lt-LT" b="1" dirty="0"/>
              <a:t>IQR), kuris apima vidurinę 50 procentų duomenų dalį</a:t>
            </a:r>
            <a:r>
              <a:rPr lang="lt-LT" dirty="0"/>
              <a:t>. Kairioji dėžutės riba žymi pirmąjį kvartilį (Q1), arba 25-ąjį </a:t>
            </a:r>
            <a:r>
              <a:rPr lang="lt-LT" dirty="0" err="1"/>
              <a:t>procentilį</a:t>
            </a:r>
            <a:r>
              <a:rPr lang="lt-LT" dirty="0"/>
              <a:t>, o dešinioji – trečiąjį kvartilį (Q3), arba 75-ąjį </a:t>
            </a:r>
            <a:r>
              <a:rPr lang="lt-LT" dirty="0" err="1"/>
              <a:t>procentilį</a:t>
            </a:r>
            <a:r>
              <a:rPr lang="lt-LT" dirty="0"/>
              <a:t>. Linija dėžutės viduje rodo </a:t>
            </a:r>
            <a:r>
              <a:rPr lang="lt-LT" dirty="0">
                <a:highlight>
                  <a:srgbClr val="FFFF00"/>
                </a:highlight>
              </a:rPr>
              <a:t>medianą, kuri yra centrinės tendencijos matas</a:t>
            </a:r>
            <a:r>
              <a:rPr lang="lt-LT" dirty="0"/>
              <a:t> ir padalija duomenis į dvi lygias dalis.</a:t>
            </a:r>
          </a:p>
          <a:p>
            <a:pPr>
              <a:buNone/>
            </a:pPr>
            <a:r>
              <a:rPr lang="lt-LT" dirty="0"/>
              <a:t>Atstumas tarp Q1 ir Q3 vadinamas </a:t>
            </a:r>
            <a:r>
              <a:rPr lang="lt-LT" dirty="0" err="1"/>
              <a:t>interkvantiliniu</a:t>
            </a:r>
            <a:r>
              <a:rPr lang="lt-LT" dirty="0"/>
              <a:t> diapazonu. Jis naudojamas kaip atsparus sklaidos matas, nes nėra jautrus ekstremalioms reikšmėms. Dėl šios priežasties IQR dažnai taikomas verslo ir finansinių duomenų analizėje, kur pasiskirstymai būna asimetriški.</a:t>
            </a:r>
          </a:p>
        </p:txBody>
      </p:sp>
      <p:sp>
        <p:nvSpPr>
          <p:cNvPr id="8" name="TextBox 7">
            <a:extLst>
              <a:ext uri="{FF2B5EF4-FFF2-40B4-BE49-F238E27FC236}">
                <a16:creationId xmlns:a16="http://schemas.microsoft.com/office/drawing/2014/main" id="{11338AD5-2597-CEAF-16B8-2A55062871BB}"/>
              </a:ext>
            </a:extLst>
          </p:cNvPr>
          <p:cNvSpPr txBox="1"/>
          <p:nvPr/>
        </p:nvSpPr>
        <p:spPr>
          <a:xfrm>
            <a:off x="8615748" y="1177093"/>
            <a:ext cx="3431458" cy="5632311"/>
          </a:xfrm>
          <a:prstGeom prst="rect">
            <a:avLst/>
          </a:prstGeom>
          <a:noFill/>
        </p:spPr>
        <p:txBody>
          <a:bodyPr wrap="square">
            <a:spAutoFit/>
          </a:bodyPr>
          <a:lstStyle/>
          <a:p>
            <a:pPr>
              <a:buNone/>
            </a:pPr>
            <a:r>
              <a:rPr lang="lt-LT" dirty="0"/>
              <a:t>Horizontalios linijos, išeinančios iš dėžutės, vadinamos „ūsais“. Jos tęsiasi iki minimalios ir maksimalios reikšmės, kurios dar laikomos ne išskirtinėmis. Šios ribos apibrėžiamos pagal formulę Q1 minus 1,5 karto IQR ir Q3 plius 1,5 karto IQR.</a:t>
            </a:r>
          </a:p>
          <a:p>
            <a:pPr>
              <a:buNone/>
            </a:pPr>
            <a:r>
              <a:rPr lang="lt-LT" dirty="0"/>
              <a:t>Taškai už šių ribų žymi išskirtines reikšmes (</a:t>
            </a:r>
            <a:r>
              <a:rPr lang="lt-LT" b="1" dirty="0" err="1"/>
              <a:t>outliers</a:t>
            </a:r>
            <a:r>
              <a:rPr lang="lt-LT" dirty="0"/>
              <a:t>). Tai </a:t>
            </a:r>
            <a:r>
              <a:rPr lang="lt-LT" b="1" dirty="0"/>
              <a:t>stebėjimai, kurie reikšmingai nutolę nuo pagrindinės duomenų masės </a:t>
            </a:r>
            <a:r>
              <a:rPr lang="lt-LT" dirty="0"/>
              <a:t>ir gali rodyti klaidas, išskirtinius atvejus arba struktūrinius duomenų ypatumus. Duomenų analizėje tokios reikšmės nėra automatiškai šalinamos, bet vertinamos atsižvelgiant į verslo kontekstą.</a:t>
            </a:r>
          </a:p>
        </p:txBody>
      </p:sp>
    </p:spTree>
    <p:extLst>
      <p:ext uri="{BB962C8B-B14F-4D97-AF65-F5344CB8AC3E}">
        <p14:creationId xmlns:p14="http://schemas.microsoft.com/office/powerpoint/2010/main" val="22965932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09825-6E87-A841-F216-8E0E06953D98}"/>
              </a:ext>
            </a:extLst>
          </p:cNvPr>
          <p:cNvSpPr>
            <a:spLocks noGrp="1"/>
          </p:cNvSpPr>
          <p:nvPr>
            <p:ph type="title"/>
          </p:nvPr>
        </p:nvSpPr>
        <p:spPr/>
        <p:txBody>
          <a:bodyPr/>
          <a:lstStyle/>
          <a:p>
            <a:r>
              <a:rPr lang="en-US" dirty="0" err="1"/>
              <a:t>Nukrypimai</a:t>
            </a:r>
            <a:r>
              <a:rPr lang="en-US" dirty="0"/>
              <a:t> (outliers)</a:t>
            </a:r>
          </a:p>
        </p:txBody>
      </p:sp>
      <p:sp>
        <p:nvSpPr>
          <p:cNvPr id="3" name="Content Placeholder 2">
            <a:extLst>
              <a:ext uri="{FF2B5EF4-FFF2-40B4-BE49-F238E27FC236}">
                <a16:creationId xmlns:a16="http://schemas.microsoft.com/office/drawing/2014/main" id="{005DA777-F2B5-8CDF-D4FC-0D497F55CC41}"/>
              </a:ext>
            </a:extLst>
          </p:cNvPr>
          <p:cNvSpPr>
            <a:spLocks noGrp="1"/>
          </p:cNvSpPr>
          <p:nvPr>
            <p:ph idx="1"/>
          </p:nvPr>
        </p:nvSpPr>
        <p:spPr/>
        <p:txBody>
          <a:bodyPr>
            <a:normAutofit lnSpcReduction="10000"/>
          </a:bodyPr>
          <a:lstStyle/>
          <a:p>
            <a:r>
              <a:rPr lang="lt-LT" dirty="0"/>
              <a:t>Išskirtinės reikšmės yra duomenys, kurie </a:t>
            </a:r>
            <a:r>
              <a:rPr lang="lt-LT" b="1" dirty="0"/>
              <a:t>reikšmingai nutolsta nuo pagrindinės duomenų rinkinio dalies</a:t>
            </a:r>
            <a:r>
              <a:rPr lang="lt-LT" dirty="0"/>
              <a:t> ir gali turėti didelę įtaką statistiniams rodikliams.</a:t>
            </a:r>
          </a:p>
          <a:p>
            <a:r>
              <a:rPr lang="lt-LT" dirty="0"/>
              <a:t>Tokios reikšmės </a:t>
            </a:r>
            <a:r>
              <a:rPr lang="lt-LT" b="1" dirty="0"/>
              <a:t>gali atsirasti dėl duomenų surinkimo, matavimo ar įvedimo klaidų</a:t>
            </a:r>
            <a:r>
              <a:rPr lang="lt-LT" dirty="0"/>
              <a:t>, taip pat dėl vienkartinių ar neįprastų įvykių. Kai kuriais atvejais jos atspindi realias, bet ekstremalias situacijas, kurios yra svarbios analitiniam ir verslo vertinimui.</a:t>
            </a:r>
          </a:p>
          <a:p>
            <a:r>
              <a:rPr lang="lt-LT" dirty="0"/>
              <a:t>Duomenų analizėje išskirtinės reikšmės </a:t>
            </a:r>
            <a:r>
              <a:rPr lang="lt-LT" b="1" dirty="0"/>
              <a:t>nėra automatiškai laikomos klaidomis. </a:t>
            </a:r>
            <a:r>
              <a:rPr lang="lt-LT" dirty="0"/>
              <a:t>Prieš priimant sprendimus dėl jų šalinimo ar transformavimo, būtina įvertinti jų kilmę, kontekstą ir poveikį analizuojamiems rodikliams.</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23890503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F421FC-7725-F15E-AD6D-B2B9D5722466}"/>
              </a:ext>
            </a:extLst>
          </p:cNvPr>
          <p:cNvSpPr>
            <a:spLocks noGrp="1"/>
          </p:cNvSpPr>
          <p:nvPr>
            <p:ph type="title"/>
          </p:nvPr>
        </p:nvSpPr>
        <p:spPr/>
        <p:txBody>
          <a:bodyPr/>
          <a:lstStyle/>
          <a:p>
            <a:r>
              <a:rPr lang="en-US" dirty="0" err="1"/>
              <a:t>Nukrypimų</a:t>
            </a:r>
            <a:r>
              <a:rPr lang="en-US" dirty="0"/>
              <a:t> </a:t>
            </a:r>
            <a:r>
              <a:rPr lang="en-US" dirty="0" err="1"/>
              <a:t>pasekmės</a:t>
            </a:r>
            <a:endParaRPr lang="en-US" dirty="0"/>
          </a:p>
        </p:txBody>
      </p:sp>
      <p:sp>
        <p:nvSpPr>
          <p:cNvPr id="3" name="Content Placeholder 2">
            <a:extLst>
              <a:ext uri="{FF2B5EF4-FFF2-40B4-BE49-F238E27FC236}">
                <a16:creationId xmlns:a16="http://schemas.microsoft.com/office/drawing/2014/main" id="{720B5730-F369-51D1-F8F6-F6AEECBE65C7}"/>
              </a:ext>
            </a:extLst>
          </p:cNvPr>
          <p:cNvSpPr>
            <a:spLocks noGrp="1"/>
          </p:cNvSpPr>
          <p:nvPr>
            <p:ph idx="1"/>
          </p:nvPr>
        </p:nvSpPr>
        <p:spPr/>
        <p:txBody>
          <a:bodyPr>
            <a:normAutofit fontScale="92500" lnSpcReduction="10000"/>
          </a:bodyPr>
          <a:lstStyle/>
          <a:p>
            <a:r>
              <a:rPr lang="lt-LT" dirty="0"/>
              <a:t>Išskirtinės reikšmės gali reikšmingai paveikti analizės rezultatus ir jų interpretaciją.</a:t>
            </a:r>
          </a:p>
          <a:p>
            <a:r>
              <a:rPr lang="lt-LT" dirty="0"/>
              <a:t>Jos </a:t>
            </a:r>
            <a:r>
              <a:rPr lang="lt-LT" b="1" dirty="0"/>
              <a:t>gali iškraipyti pagrindinius statistinius rodiklius</a:t>
            </a:r>
            <a:r>
              <a:rPr lang="lt-LT" dirty="0"/>
              <a:t>, ypač vidurkį ir standartinį nuokrypį, todėl duomenys gali atrodyti labiau išsibarstę arba turėti aukštesnį ar žemesnį centrinį lygį, nei yra iš tikrųjų.</a:t>
            </a:r>
          </a:p>
          <a:p>
            <a:r>
              <a:rPr lang="lt-LT" dirty="0"/>
              <a:t>Analitiniuose modeliuose išskirtinės reikšmės </a:t>
            </a:r>
            <a:r>
              <a:rPr lang="lt-LT" b="1" dirty="0"/>
              <a:t>gali stipriai paveikti modelio parametrus</a:t>
            </a:r>
            <a:r>
              <a:rPr lang="lt-LT" dirty="0"/>
              <a:t>, pavyzdžiui, regresijos koeficientus, ir lemti klaidingas išvadas ar prastesnį prognozavimo tikslumą.</a:t>
            </a:r>
          </a:p>
          <a:p>
            <a:r>
              <a:rPr lang="lt-LT" dirty="0"/>
              <a:t>Tuo pačiu išskirtinės reikšmės </a:t>
            </a:r>
            <a:r>
              <a:rPr lang="lt-LT" b="1" dirty="0"/>
              <a:t>gali turėti didelę analitinę vertę</a:t>
            </a:r>
            <a:r>
              <a:rPr lang="lt-LT" dirty="0"/>
              <a:t>, nes jos gali atskleisti sukčiavimo atvejus, sistemos klaidas, neįprastą klientų elgseną ar išskirtinį veiklos našumą, kuris yra svarbus verslo sprendimams.</a:t>
            </a:r>
          </a:p>
        </p:txBody>
      </p:sp>
    </p:spTree>
    <p:extLst>
      <p:ext uri="{BB962C8B-B14F-4D97-AF65-F5344CB8AC3E}">
        <p14:creationId xmlns:p14="http://schemas.microsoft.com/office/powerpoint/2010/main" val="1162555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5AAEA-F6ED-5432-AF81-524EC32A77E5}"/>
              </a:ext>
            </a:extLst>
          </p:cNvPr>
          <p:cNvSpPr>
            <a:spLocks noGrp="1"/>
          </p:cNvSpPr>
          <p:nvPr>
            <p:ph type="title"/>
          </p:nvPr>
        </p:nvSpPr>
        <p:spPr/>
        <p:txBody>
          <a:bodyPr/>
          <a:lstStyle/>
          <a:p>
            <a:r>
              <a:rPr lang="en-US" dirty="0" err="1"/>
              <a:t>Nukrypimų</a:t>
            </a:r>
            <a:r>
              <a:rPr lang="en-US" dirty="0"/>
              <a:t> </a:t>
            </a:r>
            <a:r>
              <a:rPr lang="en-US" dirty="0" err="1"/>
              <a:t>tvarkymo</a:t>
            </a:r>
            <a:r>
              <a:rPr lang="en-US" dirty="0"/>
              <a:t> </a:t>
            </a:r>
            <a:r>
              <a:rPr lang="en-US" dirty="0" err="1"/>
              <a:t>būdai</a:t>
            </a:r>
            <a:endParaRPr lang="en-US" dirty="0"/>
          </a:p>
        </p:txBody>
      </p:sp>
      <p:sp>
        <p:nvSpPr>
          <p:cNvPr id="3" name="Content Placeholder 2">
            <a:extLst>
              <a:ext uri="{FF2B5EF4-FFF2-40B4-BE49-F238E27FC236}">
                <a16:creationId xmlns:a16="http://schemas.microsoft.com/office/drawing/2014/main" id="{BF43D4AE-564A-0323-9042-11828FC1A051}"/>
              </a:ext>
            </a:extLst>
          </p:cNvPr>
          <p:cNvSpPr>
            <a:spLocks noGrp="1"/>
          </p:cNvSpPr>
          <p:nvPr>
            <p:ph idx="1"/>
          </p:nvPr>
        </p:nvSpPr>
        <p:spPr/>
        <p:txBody>
          <a:bodyPr>
            <a:normAutofit fontScale="70000" lnSpcReduction="20000"/>
          </a:bodyPr>
          <a:lstStyle/>
          <a:p>
            <a:r>
              <a:rPr lang="lt-LT" dirty="0"/>
              <a:t>Išskirtinių reikšmių </a:t>
            </a:r>
            <a:r>
              <a:rPr lang="lt-LT" b="1" dirty="0"/>
              <a:t>tvarkymas priklauso nuo jų kilmės, analitinio tikslo ir verslo konteksto, </a:t>
            </a:r>
            <a:r>
              <a:rPr lang="lt-LT" dirty="0"/>
              <a:t>todėl nėra vieno universalaus sprendimo.</a:t>
            </a:r>
          </a:p>
          <a:p>
            <a:r>
              <a:rPr lang="lt-LT" b="1" dirty="0"/>
              <a:t>Pašalinimas</a:t>
            </a:r>
            <a:r>
              <a:rPr lang="lt-LT" dirty="0"/>
              <a:t> taikomas tada, kai nustatoma, jog reikšmė atsirado dėl duomenų surinkimo, įvedimo ar matavimo klaidos ir neturi analitinės ar verslo vertės. Tokiu atveju jos įtraukimas gali tik iškraipyti rezultatus.</a:t>
            </a:r>
          </a:p>
          <a:p>
            <a:r>
              <a:rPr lang="lt-LT" b="1" dirty="0">
                <a:highlight>
                  <a:srgbClr val="FFFF00"/>
                </a:highlight>
              </a:rPr>
              <a:t>Apribojimas</a:t>
            </a:r>
            <a:r>
              <a:rPr lang="lt-LT" dirty="0">
                <a:highlight>
                  <a:srgbClr val="FFFF00"/>
                </a:highlight>
              </a:rPr>
              <a:t>, dar vadinamas </a:t>
            </a:r>
            <a:r>
              <a:rPr lang="lt-LT" dirty="0" err="1">
                <a:highlight>
                  <a:srgbClr val="FFFF00"/>
                </a:highlight>
              </a:rPr>
              <a:t>winsorizavimu</a:t>
            </a:r>
            <a:r>
              <a:rPr lang="lt-LT" dirty="0">
                <a:highlight>
                  <a:srgbClr val="FFFF00"/>
                </a:highlight>
              </a:rPr>
              <a:t>, reiškia ekstremalių reikšmių pakeitimą tam tikrais </a:t>
            </a:r>
            <a:r>
              <a:rPr lang="lt-LT" dirty="0" err="1">
                <a:highlight>
                  <a:srgbClr val="FFFF00"/>
                </a:highlight>
              </a:rPr>
              <a:t>procentiliais</a:t>
            </a:r>
            <a:r>
              <a:rPr lang="lt-LT" dirty="0">
                <a:highlight>
                  <a:srgbClr val="FFFF00"/>
                </a:highlight>
              </a:rPr>
              <a:t>, pavyzdžiui, 1-uoju ir 99-uoju </a:t>
            </a:r>
            <a:r>
              <a:rPr lang="lt-LT" dirty="0" err="1">
                <a:highlight>
                  <a:srgbClr val="FFFF00"/>
                </a:highlight>
              </a:rPr>
              <a:t>procentiliais</a:t>
            </a:r>
            <a:r>
              <a:rPr lang="lt-LT" dirty="0">
                <a:highlight>
                  <a:srgbClr val="FFFF00"/>
                </a:highlight>
              </a:rPr>
              <a:t>. Šis metodas leidžia sumažinti išskirčių įtaką, kartu išsaugant visų stebėjimų skaičių</a:t>
            </a:r>
            <a:r>
              <a:rPr lang="lt-LT" dirty="0"/>
              <a:t>.</a:t>
            </a:r>
          </a:p>
          <a:p>
            <a:r>
              <a:rPr lang="lt-LT" b="1" dirty="0"/>
              <a:t>Transformavimas</a:t>
            </a:r>
            <a:r>
              <a:rPr lang="lt-LT" dirty="0"/>
              <a:t> taikomas siekiant sumažinti išskirtinių reikšmių poveikį ir išlyginti pasiskirstymą. Dažniausiai naudojamos </a:t>
            </a:r>
            <a:r>
              <a:rPr lang="lt-LT" dirty="0">
                <a:highlight>
                  <a:srgbClr val="FFFF00"/>
                </a:highlight>
              </a:rPr>
              <a:t>logaritminės arba kvadratinės šaknies transformacijos</a:t>
            </a:r>
            <a:r>
              <a:rPr lang="lt-LT" dirty="0"/>
              <a:t>, ypač analizuojant pajamas, kainas ar kitus </a:t>
            </a:r>
            <a:r>
              <a:rPr lang="lt-LT" dirty="0" err="1"/>
              <a:t>dešiniškai</a:t>
            </a:r>
            <a:r>
              <a:rPr lang="lt-LT" dirty="0"/>
              <a:t> pasvirusius duomenis.</a:t>
            </a:r>
          </a:p>
          <a:p>
            <a:r>
              <a:rPr lang="lt-LT" b="1" dirty="0" err="1"/>
              <a:t>Robustiniai</a:t>
            </a:r>
            <a:r>
              <a:rPr lang="lt-LT" b="1" dirty="0"/>
              <a:t> metodai </a:t>
            </a:r>
            <a:r>
              <a:rPr lang="lt-LT" dirty="0"/>
              <a:t>remiasi statistiniais rodikliais ir modeliais, kurie yra mažiau jautrūs išskirtinėms reikšmėms. Duomenų analizėje tai dažnai reiškia medianos ar </a:t>
            </a:r>
            <a:r>
              <a:rPr lang="lt-LT" dirty="0" err="1"/>
              <a:t>interkvantilinio</a:t>
            </a:r>
            <a:r>
              <a:rPr lang="lt-LT" dirty="0"/>
              <a:t> diapazono naudojimą vietoje vidurkio ir standartinio nuokrypio, taip pat </a:t>
            </a:r>
            <a:r>
              <a:rPr lang="lt-LT" dirty="0" err="1"/>
              <a:t>robustinių</a:t>
            </a:r>
            <a:r>
              <a:rPr lang="lt-LT" dirty="0"/>
              <a:t> regresijos metodų taikymą.</a:t>
            </a:r>
          </a:p>
        </p:txBody>
      </p:sp>
    </p:spTree>
    <p:extLst>
      <p:ext uri="{BB962C8B-B14F-4D97-AF65-F5344CB8AC3E}">
        <p14:creationId xmlns:p14="http://schemas.microsoft.com/office/powerpoint/2010/main" val="36794296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kumentas" ma:contentTypeID="0x010100753C69E30CD2E346B0231A1827D4E953" ma:contentTypeVersion="32" ma:contentTypeDescription="Kurkite naują dokumentą." ma:contentTypeScope="" ma:versionID="809ac949904d02c312bdad0800d9e5ec">
  <xsd:schema xmlns:xsd="http://www.w3.org/2001/XMLSchema" xmlns:xs="http://www.w3.org/2001/XMLSchema" xmlns:p="http://schemas.microsoft.com/office/2006/metadata/properties" xmlns:ns2="662e3587-765d-4918-9d92-5b93275042d2" xmlns:ns3="eb74e56a-683e-4ac4-9917-2810b22b5cab" targetNamespace="http://schemas.microsoft.com/office/2006/metadata/properties" ma:root="true" ma:fieldsID="7810e61893e78777e4b537f36b79e890" ns2:_="" ns3:_="">
    <xsd:import namespace="662e3587-765d-4918-9d92-5b93275042d2"/>
    <xsd:import namespace="eb74e56a-683e-4ac4-9917-2810b22b5ca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62e3587-765d-4918-9d92-5b93275042d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Vaizdų žymės" ma:readOnly="false" ma:fieldId="{5cf76f15-5ced-4ddc-b409-7134ff3c332f}" ma:taxonomyMulti="true" ma:sspId="170f77d6-0e01-4d43-ba48-7d2f3bc0a531"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NotebookType" ma:index="19" nillable="true" ma:displayName="Notebook Type" ma:internalName="NotebookType">
      <xsd:simpleType>
        <xsd:restriction base="dms:Text"/>
      </xsd:simpleType>
    </xsd:element>
    <xsd:element name="FolderType" ma:index="20" nillable="true" ma:displayName="Folder Type" ma:internalName="FolderType">
      <xsd:simpleType>
        <xsd:restriction base="dms:Text"/>
      </xsd:simpleType>
    </xsd:element>
    <xsd:element name="CultureName" ma:index="21" nillable="true" ma:displayName="Culture Name" ma:internalName="CultureName">
      <xsd:simpleType>
        <xsd:restriction base="dms:Text"/>
      </xsd:simpleType>
    </xsd:element>
    <xsd:element name="AppVersion" ma:index="22" nillable="true" ma:displayName="App Version" ma:internalName="AppVersion">
      <xsd:simpleType>
        <xsd:restriction base="dms:Text"/>
      </xsd:simpleType>
    </xsd:element>
    <xsd:element name="TeamsChannelId" ma:index="23" nillable="true" ma:displayName="Teams Channel Id" ma:internalName="TeamsChannelId">
      <xsd:simpleType>
        <xsd:restriction base="dms:Text"/>
      </xsd:simpleType>
    </xsd:element>
    <xsd:element name="Owner" ma:index="24"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25" nillable="true" ma:displayName="Math Settings" ma:internalName="Math_Settings">
      <xsd:simpleType>
        <xsd:restriction base="dms:Text"/>
      </xsd:simpleType>
    </xsd:element>
    <xsd:element name="DefaultSectionNames" ma:index="26" nillable="true" ma:displayName="Default Section Names" ma:internalName="DefaultSectionNames">
      <xsd:simpleType>
        <xsd:restriction base="dms:Note">
          <xsd:maxLength value="255"/>
        </xsd:restriction>
      </xsd:simpleType>
    </xsd:element>
    <xsd:element name="Templates" ma:index="27" nillable="true" ma:displayName="Templates" ma:internalName="Templates">
      <xsd:simpleType>
        <xsd:restriction base="dms:Note">
          <xsd:maxLength value="255"/>
        </xsd:restriction>
      </xsd:simpleType>
    </xsd:element>
    <xsd:element name="Teachers" ma:index="28"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29"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30"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31" nillable="true" ma:displayName="Distribution Groups" ma:internalName="Distribution_Groups">
      <xsd:simpleType>
        <xsd:restriction base="dms:Note">
          <xsd:maxLength value="255"/>
        </xsd:restriction>
      </xsd:simpleType>
    </xsd:element>
    <xsd:element name="LMS_Mappings" ma:index="32" nillable="true" ma:displayName="LMS Mappings" ma:internalName="LMS_Mappings">
      <xsd:simpleType>
        <xsd:restriction base="dms:Note">
          <xsd:maxLength value="255"/>
        </xsd:restriction>
      </xsd:simpleType>
    </xsd:element>
    <xsd:element name="Invited_Teachers" ma:index="33" nillable="true" ma:displayName="Invited Teachers" ma:internalName="Invited_Teachers">
      <xsd:simpleType>
        <xsd:restriction base="dms:Note">
          <xsd:maxLength value="255"/>
        </xsd:restriction>
      </xsd:simpleType>
    </xsd:element>
    <xsd:element name="Invited_Students" ma:index="34" nillable="true" ma:displayName="Invited Students" ma:internalName="Invited_Students">
      <xsd:simpleType>
        <xsd:restriction base="dms:Note">
          <xsd:maxLength value="255"/>
        </xsd:restriction>
      </xsd:simpleType>
    </xsd:element>
    <xsd:element name="Self_Registration_Enabled" ma:index="35" nillable="true" ma:displayName="Self Registration Enabled" ma:internalName="Self_Registration_Enabled">
      <xsd:simpleType>
        <xsd:restriction base="dms:Boolean"/>
      </xsd:simpleType>
    </xsd:element>
    <xsd:element name="Has_Teacher_Only_SectionGroup" ma:index="36" nillable="true" ma:displayName="Has Teacher Only SectionGroup" ma:internalName="Has_Teacher_Only_SectionGroup">
      <xsd:simpleType>
        <xsd:restriction base="dms:Boolean"/>
      </xsd:simpleType>
    </xsd:element>
    <xsd:element name="Is_Collaboration_Space_Locked" ma:index="37" nillable="true" ma:displayName="Is Collaboration Space Locked" ma:internalName="Is_Collaboration_Space_Locked">
      <xsd:simpleType>
        <xsd:restriction base="dms:Boolean"/>
      </xsd:simpleType>
    </xsd:element>
    <xsd:element name="IsNotebookLocked" ma:index="38" nillable="true" ma:displayName="Is Notebook Locked" ma:internalName="IsNotebookLocked">
      <xsd:simpleType>
        <xsd:restriction base="dms:Boolean"/>
      </xsd:simpleType>
    </xsd:element>
    <xsd:element name="Teams_Channel_Section_Location" ma:index="39" nillable="true" ma:displayName="Teams Channel Section Location" ma:internalName="Teams_Channel_Section_Loca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b74e56a-683e-4ac4-9917-2810b22b5cab"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7668e2cc-9ecf-45c3-8926-07f8ce6bf3d7}" ma:internalName="TaxCatchAll" ma:showField="CatchAllData" ma:web="eb74e56a-683e-4ac4-9917-2810b22b5ca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urinio tipas"/>
        <xsd:element ref="dc:title" minOccurs="0" maxOccurs="1" ma:index="4" ma:displayName="Antraštė"/>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eb74e56a-683e-4ac4-9917-2810b22b5cab" xsi:nil="true"/>
    <lcf76f155ced4ddcb4097134ff3c332f xmlns="662e3587-765d-4918-9d92-5b93275042d2">
      <Terms xmlns="http://schemas.microsoft.com/office/infopath/2007/PartnerControls"/>
    </lcf76f155ced4ddcb4097134ff3c332f>
    <Invited_Teachers xmlns="662e3587-765d-4918-9d92-5b93275042d2" xsi:nil="true"/>
    <DefaultSectionNames xmlns="662e3587-765d-4918-9d92-5b93275042d2" xsi:nil="true"/>
    <Teams_Channel_Section_Location xmlns="662e3587-765d-4918-9d92-5b93275042d2" xsi:nil="true"/>
    <Templates xmlns="662e3587-765d-4918-9d92-5b93275042d2" xsi:nil="true"/>
    <NotebookType xmlns="662e3587-765d-4918-9d92-5b93275042d2" xsi:nil="true"/>
    <Distribution_Groups xmlns="662e3587-765d-4918-9d92-5b93275042d2" xsi:nil="true"/>
    <TeamsChannelId xmlns="662e3587-765d-4918-9d92-5b93275042d2" xsi:nil="true"/>
    <Is_Collaboration_Space_Locked xmlns="662e3587-765d-4918-9d92-5b93275042d2" xsi:nil="true"/>
    <Owner xmlns="662e3587-765d-4918-9d92-5b93275042d2">
      <UserInfo>
        <DisplayName/>
        <AccountId xsi:nil="true"/>
        <AccountType/>
      </UserInfo>
    </Owner>
    <LMS_Mappings xmlns="662e3587-765d-4918-9d92-5b93275042d2" xsi:nil="true"/>
    <Invited_Students xmlns="662e3587-765d-4918-9d92-5b93275042d2" xsi:nil="true"/>
    <FolderType xmlns="662e3587-765d-4918-9d92-5b93275042d2" xsi:nil="true"/>
    <CultureName xmlns="662e3587-765d-4918-9d92-5b93275042d2" xsi:nil="true"/>
    <IsNotebookLocked xmlns="662e3587-765d-4918-9d92-5b93275042d2" xsi:nil="true"/>
    <Math_Settings xmlns="662e3587-765d-4918-9d92-5b93275042d2" xsi:nil="true"/>
    <Teachers xmlns="662e3587-765d-4918-9d92-5b93275042d2">
      <UserInfo>
        <DisplayName/>
        <AccountId xsi:nil="true"/>
        <AccountType/>
      </UserInfo>
    </Teachers>
    <Student_Groups xmlns="662e3587-765d-4918-9d92-5b93275042d2">
      <UserInfo>
        <DisplayName/>
        <AccountId xsi:nil="true"/>
        <AccountType/>
      </UserInfo>
    </Student_Groups>
    <AppVersion xmlns="662e3587-765d-4918-9d92-5b93275042d2" xsi:nil="true"/>
    <Self_Registration_Enabled xmlns="662e3587-765d-4918-9d92-5b93275042d2" xsi:nil="true"/>
    <Has_Teacher_Only_SectionGroup xmlns="662e3587-765d-4918-9d92-5b93275042d2" xsi:nil="true"/>
    <Students xmlns="662e3587-765d-4918-9d92-5b93275042d2">
      <UserInfo>
        <DisplayName/>
        <AccountId xsi:nil="true"/>
        <AccountType/>
      </UserInfo>
    </Students>
  </documentManagement>
</p:properties>
</file>

<file path=customXml/itemProps1.xml><?xml version="1.0" encoding="utf-8"?>
<ds:datastoreItem xmlns:ds="http://schemas.openxmlformats.org/officeDocument/2006/customXml" ds:itemID="{94BC2D3C-490B-427A-99EC-796076ECBAB4}">
  <ds:schemaRefs>
    <ds:schemaRef ds:uri="http://schemas.microsoft.com/sharepoint/v3/contenttype/forms"/>
  </ds:schemaRefs>
</ds:datastoreItem>
</file>

<file path=customXml/itemProps2.xml><?xml version="1.0" encoding="utf-8"?>
<ds:datastoreItem xmlns:ds="http://schemas.openxmlformats.org/officeDocument/2006/customXml" ds:itemID="{10ACC10F-7182-4C03-993E-950BAE32C674}"/>
</file>

<file path=customXml/itemProps3.xml><?xml version="1.0" encoding="utf-8"?>
<ds:datastoreItem xmlns:ds="http://schemas.openxmlformats.org/officeDocument/2006/customXml" ds:itemID="{93C11F4D-9BDC-4CEF-8040-7E94C3764586}">
  <ds:schemaRefs>
    <ds:schemaRef ds:uri="http://schemas.microsoft.com/office/2006/metadata/properties"/>
    <ds:schemaRef ds:uri="http://schemas.microsoft.com/office/infopath/2007/PartnerControls"/>
    <ds:schemaRef ds:uri="0e295234-659a-4bb3-b142-918c24d5f8e7"/>
    <ds:schemaRef ds:uri="4ae02279-fc18-408e-b177-1a5508db0a6c"/>
  </ds:schemaRefs>
</ds:datastoreItem>
</file>

<file path=docProps/app.xml><?xml version="1.0" encoding="utf-8"?>
<Properties xmlns="http://schemas.openxmlformats.org/officeDocument/2006/extended-properties" xmlns:vt="http://schemas.openxmlformats.org/officeDocument/2006/docPropsVTypes">
  <Template/>
  <TotalTime>680</TotalTime>
  <Words>2342</Words>
  <Application>Microsoft Office PowerPoint</Application>
  <PresentationFormat>Plačiaekranė</PresentationFormat>
  <Paragraphs>226</Paragraphs>
  <Slides>29</Slides>
  <Notes>7</Notes>
  <HiddenSlides>0</HiddenSlides>
  <MMClips>0</MMClips>
  <ScaleCrop>false</ScaleCrop>
  <HeadingPairs>
    <vt:vector size="6" baseType="variant">
      <vt:variant>
        <vt:lpstr>Naudojami šriftai</vt:lpstr>
      </vt:variant>
      <vt:variant>
        <vt:i4>3</vt:i4>
      </vt:variant>
      <vt:variant>
        <vt:lpstr>Tema</vt:lpstr>
      </vt:variant>
      <vt:variant>
        <vt:i4>1</vt:i4>
      </vt:variant>
      <vt:variant>
        <vt:lpstr>Skaidrių pavadinimai</vt:lpstr>
      </vt:variant>
      <vt:variant>
        <vt:i4>29</vt:i4>
      </vt:variant>
    </vt:vector>
  </HeadingPairs>
  <TitlesOfParts>
    <vt:vector size="33" baseType="lpstr">
      <vt:lpstr>Aptos</vt:lpstr>
      <vt:lpstr>Aptos Display</vt:lpstr>
      <vt:lpstr>Arial</vt:lpstr>
      <vt:lpstr>Office Theme</vt:lpstr>
      <vt:lpstr>Aprašomoji statistika duomenų analizėje</vt:lpstr>
      <vt:lpstr>Duomenų analizės žingsniai</vt:lpstr>
      <vt:lpstr>Statistika</vt:lpstr>
      <vt:lpstr>Aprašomoji statistika</vt:lpstr>
      <vt:lpstr>Išvestinė statistika</vt:lpstr>
      <vt:lpstr>Duomenų tipai</vt:lpstr>
      <vt:lpstr>Kokybiniai duomenys - kategoriniai </vt:lpstr>
      <vt:lpstr>Kokybiniai duomenys - ranginiai </vt:lpstr>
      <vt:lpstr>Kiekybiniai duomenys - diskretieji</vt:lpstr>
      <vt:lpstr>Kiekybiniai duomenys - tolydieji</vt:lpstr>
      <vt:lpstr>Pinigai</vt:lpstr>
      <vt:lpstr>Centrinės tendencijos analizė</vt:lpstr>
      <vt:lpstr>Moda</vt:lpstr>
      <vt:lpstr>Mediana</vt:lpstr>
      <vt:lpstr>Vidurkis</vt:lpstr>
      <vt:lpstr>Kvantiliai, kvartiliai</vt:lpstr>
      <vt:lpstr>Duomenų pasiskirstymo forma</vt:lpstr>
      <vt:lpstr>Duomenų pasiskirstymo forma</vt:lpstr>
      <vt:lpstr>Duomenų pasiskirstymo forma</vt:lpstr>
      <vt:lpstr>Duomenų sklaidos matai</vt:lpstr>
      <vt:lpstr>Dispersija</vt:lpstr>
      <vt:lpstr>Standartinis nuokrypis</vt:lpstr>
      <vt:lpstr>Variacijos koeficientas</vt:lpstr>
      <vt:lpstr>Interkvartilinis diapazonas (Interquartile range, IQR)</vt:lpstr>
      <vt:lpstr>Interkvantilinis diapazonas (IQR) </vt:lpstr>
      <vt:lpstr>„PowerPoint“ pateiktis</vt:lpstr>
      <vt:lpstr>Nukrypimai (outliers)</vt:lpstr>
      <vt:lpstr>Nukrypimų pasekmės</vt:lpstr>
      <vt:lpstr>Nukrypimų tvarkymo būdai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Martynas Jokubaitis</dc:creator>
  <cp:lastModifiedBy>Žydrūnė Kelpšaitė</cp:lastModifiedBy>
  <cp:revision>4</cp:revision>
  <dcterms:created xsi:type="dcterms:W3CDTF">2025-03-16T17:40:42Z</dcterms:created>
  <dcterms:modified xsi:type="dcterms:W3CDTF">2026-02-10T12:20:40Z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0x010100753C69E30CD2E346B0231A1827D4E953</vt:lpwstr>
  </property>
</Properties>
</file>