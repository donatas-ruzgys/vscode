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22" r:id="rId1"/>
  </p:sldMasterIdLst>
  <p:notesMasterIdLst>
    <p:notesMasterId r:id="rId7"/>
  </p:notesMasterIdLst>
  <p:sldIdLst>
    <p:sldId id="256" r:id="rId2"/>
    <p:sldId id="257" r:id="rId3"/>
    <p:sldId id="258" r:id="rId4"/>
    <p:sldId id="259" r:id="rId5"/>
    <p:sldId id="260" r:id="rId6"/>
  </p:sldIdLst>
  <p:sldSz cx="9144000" cy="5143500" type="screen16x9"/>
  <p:notesSz cx="6858000" cy="9144000"/>
  <p:embeddedFontLst>
    <p:embeddedFont>
      <p:font typeface="Calisto MT" panose="02040603050505030304" pitchFamily="18" charset="0"/>
      <p:regular r:id="rId8"/>
      <p:bold r:id="rId9"/>
      <p:italic r:id="rId10"/>
      <p:boldItalic r:id="rId11"/>
    </p:embeddedFont>
    <p:embeddedFont>
      <p:font typeface="Wingdings 2" panose="05020102010507070707" pitchFamily="18" charset="2"/>
      <p:regular r:id="rId1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8" d="100"/>
          <a:sy n="128" d="100"/>
        </p:scale>
        <p:origin x="1134" y="33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presProps" Target="presProps.xml"/><Relationship Id="rId18" Type="http://schemas.openxmlformats.org/officeDocument/2006/relationships/customXml" Target="../customXml/item1.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font" Target="fonts/font5.fntdata"/><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20"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font" Target="fonts/font3.fntdata"/><Relationship Id="rId19"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Žydrūnė Kelpšaitė" userId="e943768126acec1d" providerId="LiveId" clId="{31712FD7-FA85-48BA-9D35-5382388CFC74}"/>
    <pc:docChg chg="modSld">
      <pc:chgData name="Žydrūnė Kelpšaitė" userId="e943768126acec1d" providerId="LiveId" clId="{31712FD7-FA85-48BA-9D35-5382388CFC74}" dt="2026-02-17T12:07:55.672" v="1" actId="20577"/>
      <pc:docMkLst>
        <pc:docMk/>
      </pc:docMkLst>
      <pc:sldChg chg="modSp mod">
        <pc:chgData name="Žydrūnė Kelpšaitė" userId="e943768126acec1d" providerId="LiveId" clId="{31712FD7-FA85-48BA-9D35-5382388CFC74}" dt="2026-02-17T12:07:55.672" v="1" actId="20577"/>
        <pc:sldMkLst>
          <pc:docMk/>
          <pc:sldMk cId="0" sldId="259"/>
        </pc:sldMkLst>
        <pc:spChg chg="mod">
          <ac:chgData name="Žydrūnė Kelpšaitė" userId="e943768126acec1d" providerId="LiveId" clId="{31712FD7-FA85-48BA-9D35-5382388CFC74}" dt="2026-02-17T12:07:55.672" v="1" actId="20577"/>
          <ac:spMkLst>
            <pc:docMk/>
            <pc:sldMk cId="0" sldId="259"/>
            <ac:spMk id="15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136ee1a0618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136ee1a0618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136ee1a0618_0_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136ee1a0618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136ee1a0618_0_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136ee1a0618_0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136ee1a0618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136ee1a0618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136ee1a0618_0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136ee1a0618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Pavadinimo skaidrė">
    <p:spTree>
      <p:nvGrpSpPr>
        <p:cNvPr id="1" name=""/>
        <p:cNvGrpSpPr/>
        <p:nvPr/>
      </p:nvGrpSpPr>
      <p:grpSpPr>
        <a:xfrm>
          <a:off x="0" y="0"/>
          <a:ext cx="0" cy="0"/>
          <a:chOff x="0" y="0"/>
          <a:chExt cx="0" cy="0"/>
        </a:xfrm>
      </p:grpSpPr>
      <p:sp>
        <p:nvSpPr>
          <p:cNvPr id="2" name="Title 1"/>
          <p:cNvSpPr>
            <a:spLocks noGrp="1"/>
          </p:cNvSpPr>
          <p:nvPr>
            <p:ph type="ctrTitle"/>
          </p:nvPr>
        </p:nvSpPr>
        <p:spPr>
          <a:xfrm>
            <a:off x="1028020" y="1327155"/>
            <a:ext cx="7080026" cy="1371601"/>
          </a:xfrm>
        </p:spPr>
        <p:txBody>
          <a:bodyPr anchor="b">
            <a:normAutofit/>
          </a:bodyPr>
          <a:lstStyle>
            <a:lvl1pPr algn="ctr">
              <a:defRPr sz="4050"/>
            </a:lvl1pPr>
          </a:lstStyle>
          <a:p>
            <a:r>
              <a:rPr lang="lt-LT"/>
              <a:t>Spustelėję redaguokite stilių</a:t>
            </a:r>
            <a:endParaRPr lang="en-US" dirty="0"/>
          </a:p>
        </p:txBody>
      </p:sp>
      <p:sp>
        <p:nvSpPr>
          <p:cNvPr id="3" name="Subtitle 2"/>
          <p:cNvSpPr>
            <a:spLocks noGrp="1"/>
          </p:cNvSpPr>
          <p:nvPr>
            <p:ph type="subTitle" idx="1"/>
          </p:nvPr>
        </p:nvSpPr>
        <p:spPr>
          <a:xfrm>
            <a:off x="1028020" y="2698755"/>
            <a:ext cx="7080026" cy="787400"/>
          </a:xfrm>
        </p:spPr>
        <p:txBody>
          <a:bodyPr anchor="t"/>
          <a:lstStyle>
            <a:lvl1pPr marL="0" indent="0" algn="ctr">
              <a:buNone/>
              <a:defRPr>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lt-LT"/>
              <a:t>Spustelėkite norėdami redaguoti šablono paantraštės stilių</a:t>
            </a:r>
            <a:endParaRPr lang="en-US" dirty="0"/>
          </a:p>
        </p:txBody>
      </p:sp>
      <p:sp>
        <p:nvSpPr>
          <p:cNvPr id="4" name="Date Placeholder 3"/>
          <p:cNvSpPr>
            <a:spLocks noGrp="1"/>
          </p:cNvSpPr>
          <p:nvPr>
            <p:ph type="dt" sz="half" idx="10"/>
          </p:nvPr>
        </p:nvSpPr>
        <p:spPr/>
        <p:txBody>
          <a:bodyPr/>
          <a:lstStyle/>
          <a:p>
            <a:fld id="{C0AE65DE-FF04-4A4E-B91B-D564738CF58B}" type="datetimeFigureOut">
              <a:rPr lang="lt-LT" smtClean="0"/>
              <a:t>2026-02-17</a:t>
            </a:fld>
            <a:endParaRPr lang="lt-LT"/>
          </a:p>
        </p:txBody>
      </p:sp>
      <p:sp>
        <p:nvSpPr>
          <p:cNvPr id="5" name="Footer Placeholder 4"/>
          <p:cNvSpPr>
            <a:spLocks noGrp="1"/>
          </p:cNvSpPr>
          <p:nvPr>
            <p:ph type="ftr" sz="quarter" idx="11"/>
          </p:nvPr>
        </p:nvSpPr>
        <p:spPr/>
        <p:txBody>
          <a:bodyPr/>
          <a:lstStyle/>
          <a:p>
            <a:endParaRPr lang="lt-L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3330954328"/>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Pavadinimas ir turiny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lt-LT"/>
              <a:t>Spustelėję redaguokite stilių</a:t>
            </a:r>
            <a:endParaRPr lang="en-US" dirty="0"/>
          </a:p>
        </p:txBody>
      </p:sp>
      <p:sp>
        <p:nvSpPr>
          <p:cNvPr id="3" name="Content Placeholder 2"/>
          <p:cNvSpPr>
            <a:spLocks noGrp="1"/>
          </p:cNvSpPr>
          <p:nvPr>
            <p:ph idx="1"/>
          </p:nvPr>
        </p:nvSpPr>
        <p:spPr/>
        <p:txBody>
          <a:bodyPr/>
          <a:lstStyle/>
          <a:p>
            <a:pPr lvl="0"/>
            <a:r>
              <a:rPr lang="lt-LT"/>
              <a:t>Spustelėkite, kad galėtumėte redaguoti šablono teksto stilius</a:t>
            </a:r>
          </a:p>
          <a:p>
            <a:pPr lvl="1"/>
            <a:r>
              <a:rPr lang="lt-LT"/>
              <a:t>Antras lygis</a:t>
            </a:r>
          </a:p>
          <a:p>
            <a:pPr lvl="2"/>
            <a:r>
              <a:rPr lang="lt-LT"/>
              <a:t>Trečias lygis</a:t>
            </a:r>
          </a:p>
          <a:p>
            <a:pPr lvl="3"/>
            <a:r>
              <a:rPr lang="lt-LT"/>
              <a:t>Ketvirtas lygis</a:t>
            </a:r>
          </a:p>
          <a:p>
            <a:pPr lvl="4"/>
            <a:r>
              <a:rPr lang="lt-LT"/>
              <a:t>Penktas lygis</a:t>
            </a:r>
            <a:endParaRPr lang="en-US" dirty="0"/>
          </a:p>
        </p:txBody>
      </p:sp>
      <p:sp>
        <p:nvSpPr>
          <p:cNvPr id="4" name="Date Placeholder 3"/>
          <p:cNvSpPr>
            <a:spLocks noGrp="1"/>
          </p:cNvSpPr>
          <p:nvPr>
            <p:ph type="dt" sz="half" idx="10"/>
          </p:nvPr>
        </p:nvSpPr>
        <p:spPr/>
        <p:txBody>
          <a:bodyPr/>
          <a:lstStyle/>
          <a:p>
            <a:fld id="{C0AE65DE-FF04-4A4E-B91B-D564738CF58B}" type="datetimeFigureOut">
              <a:rPr lang="lt-LT" smtClean="0"/>
              <a:t>2026-02-17</a:t>
            </a:fld>
            <a:endParaRPr lang="lt-LT"/>
          </a:p>
        </p:txBody>
      </p:sp>
      <p:sp>
        <p:nvSpPr>
          <p:cNvPr id="5" name="Footer Placeholder 4"/>
          <p:cNvSpPr>
            <a:spLocks noGrp="1"/>
          </p:cNvSpPr>
          <p:nvPr>
            <p:ph type="ftr" sz="quarter" idx="11"/>
          </p:nvPr>
        </p:nvSpPr>
        <p:spPr/>
        <p:txBody>
          <a:bodyPr/>
          <a:lstStyle/>
          <a:p>
            <a:endParaRPr lang="lt-L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403945647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kcijos antraštė">
    <p:spTree>
      <p:nvGrpSpPr>
        <p:cNvPr id="1" name=""/>
        <p:cNvGrpSpPr/>
        <p:nvPr/>
      </p:nvGrpSpPr>
      <p:grpSpPr>
        <a:xfrm>
          <a:off x="0" y="0"/>
          <a:ext cx="0" cy="0"/>
          <a:chOff x="0" y="0"/>
          <a:chExt cx="0" cy="0"/>
        </a:xfrm>
      </p:grpSpPr>
      <p:sp>
        <p:nvSpPr>
          <p:cNvPr id="2" name="Title 1"/>
          <p:cNvSpPr>
            <a:spLocks noGrp="1"/>
          </p:cNvSpPr>
          <p:nvPr>
            <p:ph type="title"/>
          </p:nvPr>
        </p:nvSpPr>
        <p:spPr>
          <a:xfrm>
            <a:off x="971551" y="1320801"/>
            <a:ext cx="7192913" cy="1371610"/>
          </a:xfrm>
        </p:spPr>
        <p:txBody>
          <a:bodyPr anchor="b"/>
          <a:lstStyle>
            <a:lvl1pPr algn="ctr">
              <a:defRPr sz="3000" b="0" cap="none"/>
            </a:lvl1pPr>
          </a:lstStyle>
          <a:p>
            <a:r>
              <a:rPr lang="lt-LT"/>
              <a:t>Spustelėję redaguokite stilių</a:t>
            </a:r>
            <a:endParaRPr lang="en-US" dirty="0"/>
          </a:p>
        </p:txBody>
      </p:sp>
      <p:sp>
        <p:nvSpPr>
          <p:cNvPr id="3" name="Text Placeholder 2"/>
          <p:cNvSpPr>
            <a:spLocks noGrp="1"/>
          </p:cNvSpPr>
          <p:nvPr>
            <p:ph type="body" idx="1"/>
          </p:nvPr>
        </p:nvSpPr>
        <p:spPr>
          <a:xfrm>
            <a:off x="971551" y="2692409"/>
            <a:ext cx="7192913" cy="1130291"/>
          </a:xfrm>
        </p:spPr>
        <p:txBody>
          <a:bodyPr anchor="t"/>
          <a:lstStyle>
            <a:lvl1pPr marL="0" indent="0" algn="ctr">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lt-LT"/>
              <a:t>Spustelėkite, kad galėtumėte redaguoti šablono teksto stilius</a:t>
            </a:r>
          </a:p>
        </p:txBody>
      </p:sp>
      <p:sp>
        <p:nvSpPr>
          <p:cNvPr id="4" name="Date Placeholder 3"/>
          <p:cNvSpPr>
            <a:spLocks noGrp="1"/>
          </p:cNvSpPr>
          <p:nvPr>
            <p:ph type="dt" sz="half" idx="10"/>
          </p:nvPr>
        </p:nvSpPr>
        <p:spPr/>
        <p:txBody>
          <a:bodyPr/>
          <a:lstStyle/>
          <a:p>
            <a:fld id="{C0AE65DE-FF04-4A4E-B91B-D564738CF58B}" type="datetimeFigureOut">
              <a:rPr lang="lt-LT" smtClean="0"/>
              <a:t>2026-02-17</a:t>
            </a:fld>
            <a:endParaRPr lang="lt-LT"/>
          </a:p>
        </p:txBody>
      </p:sp>
      <p:sp>
        <p:nvSpPr>
          <p:cNvPr id="5" name="Footer Placeholder 4"/>
          <p:cNvSpPr>
            <a:spLocks noGrp="1"/>
          </p:cNvSpPr>
          <p:nvPr>
            <p:ph type="ftr" sz="quarter" idx="11"/>
          </p:nvPr>
        </p:nvSpPr>
        <p:spPr/>
        <p:txBody>
          <a:bodyPr/>
          <a:lstStyle/>
          <a:p>
            <a:endParaRPr lang="lt-L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332727343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 turinia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lt-LT"/>
              <a:t>Spustelėję redaguokite stilių</a:t>
            </a:r>
            <a:endParaRPr lang="en-US" dirty="0"/>
          </a:p>
        </p:txBody>
      </p:sp>
      <p:sp>
        <p:nvSpPr>
          <p:cNvPr id="3" name="Content Placeholder 2"/>
          <p:cNvSpPr>
            <a:spLocks noGrp="1"/>
          </p:cNvSpPr>
          <p:nvPr>
            <p:ph sz="half" idx="1"/>
          </p:nvPr>
        </p:nvSpPr>
        <p:spPr>
          <a:xfrm>
            <a:off x="685347" y="1299337"/>
            <a:ext cx="3795373" cy="3044063"/>
          </a:xfrm>
        </p:spPr>
        <p:txBody>
          <a:bodyPr anchor="t">
            <a:normAutofit/>
          </a:bodyPr>
          <a:lstStyle/>
          <a:p>
            <a:pPr lvl="0"/>
            <a:r>
              <a:rPr lang="lt-LT"/>
              <a:t>Spustelėkite, kad galėtumėte redaguoti šablono teksto stilius</a:t>
            </a:r>
          </a:p>
          <a:p>
            <a:pPr lvl="1"/>
            <a:r>
              <a:rPr lang="lt-LT"/>
              <a:t>Antras lygis</a:t>
            </a:r>
          </a:p>
          <a:p>
            <a:pPr lvl="2"/>
            <a:r>
              <a:rPr lang="lt-LT"/>
              <a:t>Trečias lygis</a:t>
            </a:r>
          </a:p>
          <a:p>
            <a:pPr lvl="3"/>
            <a:r>
              <a:rPr lang="lt-LT"/>
              <a:t>Ketvirtas lygis</a:t>
            </a:r>
          </a:p>
          <a:p>
            <a:pPr lvl="4"/>
            <a:r>
              <a:rPr lang="lt-LT"/>
              <a:t>Penktas lygis</a:t>
            </a:r>
            <a:endParaRPr lang="en-US" dirty="0"/>
          </a:p>
        </p:txBody>
      </p:sp>
      <p:sp>
        <p:nvSpPr>
          <p:cNvPr id="4" name="Content Placeholder 3"/>
          <p:cNvSpPr>
            <a:spLocks noGrp="1"/>
          </p:cNvSpPr>
          <p:nvPr>
            <p:ph sz="half" idx="2"/>
          </p:nvPr>
        </p:nvSpPr>
        <p:spPr>
          <a:xfrm>
            <a:off x="4652169" y="1299337"/>
            <a:ext cx="3798499" cy="3044063"/>
          </a:xfrm>
        </p:spPr>
        <p:txBody>
          <a:bodyPr anchor="t">
            <a:normAutofit/>
          </a:bodyPr>
          <a:lstStyle/>
          <a:p>
            <a:pPr lvl="0"/>
            <a:r>
              <a:rPr lang="lt-LT"/>
              <a:t>Spustelėkite, kad galėtumėte redaguoti šablono teksto stilius</a:t>
            </a:r>
          </a:p>
          <a:p>
            <a:pPr lvl="1"/>
            <a:r>
              <a:rPr lang="lt-LT"/>
              <a:t>Antras lygis</a:t>
            </a:r>
          </a:p>
          <a:p>
            <a:pPr lvl="2"/>
            <a:r>
              <a:rPr lang="lt-LT"/>
              <a:t>Trečias lygis</a:t>
            </a:r>
          </a:p>
          <a:p>
            <a:pPr lvl="3"/>
            <a:r>
              <a:rPr lang="lt-LT"/>
              <a:t>Ketvirtas lygis</a:t>
            </a:r>
          </a:p>
          <a:p>
            <a:pPr lvl="4"/>
            <a:r>
              <a:rPr lang="lt-LT"/>
              <a:t>Penktas lygis</a:t>
            </a:r>
            <a:endParaRPr lang="en-US" dirty="0"/>
          </a:p>
        </p:txBody>
      </p:sp>
      <p:sp>
        <p:nvSpPr>
          <p:cNvPr id="5" name="Date Placeholder 4"/>
          <p:cNvSpPr>
            <a:spLocks noGrp="1"/>
          </p:cNvSpPr>
          <p:nvPr>
            <p:ph type="dt" sz="half" idx="10"/>
          </p:nvPr>
        </p:nvSpPr>
        <p:spPr/>
        <p:txBody>
          <a:bodyPr/>
          <a:lstStyle/>
          <a:p>
            <a:fld id="{C0AE65DE-FF04-4A4E-B91B-D564738CF58B}" type="datetimeFigureOut">
              <a:rPr lang="lt-LT" smtClean="0"/>
              <a:t>2026-02-17</a:t>
            </a:fld>
            <a:endParaRPr lang="lt-LT"/>
          </a:p>
        </p:txBody>
      </p:sp>
      <p:sp>
        <p:nvSpPr>
          <p:cNvPr id="6" name="Footer Placeholder 5"/>
          <p:cNvSpPr>
            <a:spLocks noGrp="1"/>
          </p:cNvSpPr>
          <p:nvPr>
            <p:ph type="ftr" sz="quarter" idx="11"/>
          </p:nvPr>
        </p:nvSpPr>
        <p:spPr/>
        <p:txBody>
          <a:bodyPr/>
          <a:lstStyle/>
          <a:p>
            <a:endParaRPr lang="lt-LT"/>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371343414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Lyginimas">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346" y="1300880"/>
            <a:ext cx="3816804" cy="3111577"/>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33864" y="1300880"/>
            <a:ext cx="3816804" cy="3111577"/>
          </a:xfrm>
          <a:prstGeom prst="rect">
            <a:avLst/>
          </a:prstGeom>
        </p:spPr>
      </p:pic>
      <p:sp>
        <p:nvSpPr>
          <p:cNvPr id="2" name="Title 1"/>
          <p:cNvSpPr>
            <a:spLocks noGrp="1"/>
          </p:cNvSpPr>
          <p:nvPr>
            <p:ph type="title"/>
          </p:nvPr>
        </p:nvSpPr>
        <p:spPr/>
        <p:txBody>
          <a:bodyPr/>
          <a:lstStyle>
            <a:lvl1pPr>
              <a:defRPr/>
            </a:lvl1pPr>
          </a:lstStyle>
          <a:p>
            <a:r>
              <a:rPr lang="lt-LT"/>
              <a:t>Spustelėję redaguokite stilių</a:t>
            </a:r>
            <a:endParaRPr lang="en-US" dirty="0"/>
          </a:p>
        </p:txBody>
      </p:sp>
      <p:sp>
        <p:nvSpPr>
          <p:cNvPr id="3" name="Text Placeholder 2"/>
          <p:cNvSpPr>
            <a:spLocks noGrp="1"/>
          </p:cNvSpPr>
          <p:nvPr>
            <p:ph type="body" idx="1"/>
          </p:nvPr>
        </p:nvSpPr>
        <p:spPr>
          <a:xfrm>
            <a:off x="754404" y="1376441"/>
            <a:ext cx="3657258" cy="408663"/>
          </a:xfrm>
        </p:spPr>
        <p:txBody>
          <a:bodyPr anchor="b">
            <a:noAutofit/>
          </a:bodyPr>
          <a:lstStyle>
            <a:lvl1pPr marL="0" indent="0" algn="ctr">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lt-LT"/>
              <a:t>Spustelėkite, kad galėtumėte redaguoti šablono teksto stilius</a:t>
            </a:r>
          </a:p>
        </p:txBody>
      </p:sp>
      <p:sp>
        <p:nvSpPr>
          <p:cNvPr id="4" name="Content Placeholder 3"/>
          <p:cNvSpPr>
            <a:spLocks noGrp="1"/>
          </p:cNvSpPr>
          <p:nvPr>
            <p:ph sz="half" idx="2"/>
          </p:nvPr>
        </p:nvSpPr>
        <p:spPr>
          <a:xfrm>
            <a:off x="754404" y="1785103"/>
            <a:ext cx="3657258" cy="2558297"/>
          </a:xfrm>
        </p:spPr>
        <p:txBody>
          <a:bodyPr anchor="t">
            <a:normAutofit/>
          </a:bodyPr>
          <a:lstStyle>
            <a:lvl1pPr>
              <a:defRPr sz="1350"/>
            </a:lvl1pPr>
            <a:lvl2pPr>
              <a:defRPr sz="1200"/>
            </a:lvl2pPr>
            <a:lvl3pPr>
              <a:defRPr sz="1050"/>
            </a:lvl3pPr>
            <a:lvl4pPr>
              <a:defRPr sz="900"/>
            </a:lvl4pPr>
            <a:lvl5pPr>
              <a:defRPr sz="900"/>
            </a:lvl5pPr>
          </a:lstStyle>
          <a:p>
            <a:pPr lvl="0"/>
            <a:r>
              <a:rPr lang="lt-LT"/>
              <a:t>Spustelėkite, kad galėtumėte redaguoti šablono teksto stilius</a:t>
            </a:r>
          </a:p>
          <a:p>
            <a:pPr lvl="1"/>
            <a:r>
              <a:rPr lang="lt-LT"/>
              <a:t>Antras lygis</a:t>
            </a:r>
          </a:p>
          <a:p>
            <a:pPr lvl="2"/>
            <a:r>
              <a:rPr lang="lt-LT"/>
              <a:t>Trečias lygis</a:t>
            </a:r>
          </a:p>
          <a:p>
            <a:pPr lvl="3"/>
            <a:r>
              <a:rPr lang="lt-LT"/>
              <a:t>Ketvirtas lygis</a:t>
            </a:r>
          </a:p>
          <a:p>
            <a:pPr lvl="4"/>
            <a:r>
              <a:rPr lang="lt-LT"/>
              <a:t>Penktas lygis</a:t>
            </a:r>
            <a:endParaRPr lang="en-US" dirty="0"/>
          </a:p>
        </p:txBody>
      </p:sp>
      <p:sp>
        <p:nvSpPr>
          <p:cNvPr id="5" name="Text Placeholder 4"/>
          <p:cNvSpPr>
            <a:spLocks noGrp="1"/>
          </p:cNvSpPr>
          <p:nvPr>
            <p:ph type="body" sz="quarter" idx="3"/>
          </p:nvPr>
        </p:nvSpPr>
        <p:spPr>
          <a:xfrm>
            <a:off x="4721225" y="1376441"/>
            <a:ext cx="3671498" cy="408662"/>
          </a:xfrm>
        </p:spPr>
        <p:txBody>
          <a:bodyPr anchor="b">
            <a:noAutofit/>
          </a:bodyPr>
          <a:lstStyle>
            <a:lvl1pPr marL="0" indent="0" algn="ctr">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lt-LT"/>
              <a:t>Spustelėkite, kad galėtumėte redaguoti šablono teksto stilius</a:t>
            </a:r>
          </a:p>
        </p:txBody>
      </p:sp>
      <p:sp>
        <p:nvSpPr>
          <p:cNvPr id="6" name="Content Placeholder 5"/>
          <p:cNvSpPr>
            <a:spLocks noGrp="1"/>
          </p:cNvSpPr>
          <p:nvPr>
            <p:ph sz="quarter" idx="4"/>
          </p:nvPr>
        </p:nvSpPr>
        <p:spPr>
          <a:xfrm>
            <a:off x="4721225" y="1785103"/>
            <a:ext cx="3671498" cy="2558297"/>
          </a:xfrm>
        </p:spPr>
        <p:txBody>
          <a:bodyPr anchor="t">
            <a:normAutofit/>
          </a:bodyPr>
          <a:lstStyle>
            <a:lvl1pPr>
              <a:defRPr sz="1350"/>
            </a:lvl1pPr>
            <a:lvl2pPr>
              <a:defRPr sz="1200"/>
            </a:lvl2pPr>
            <a:lvl3pPr>
              <a:defRPr sz="1050"/>
            </a:lvl3pPr>
            <a:lvl4pPr>
              <a:defRPr sz="900"/>
            </a:lvl4pPr>
            <a:lvl5pPr>
              <a:defRPr sz="900"/>
            </a:lvl5pPr>
          </a:lstStyle>
          <a:p>
            <a:pPr lvl="0"/>
            <a:r>
              <a:rPr lang="lt-LT"/>
              <a:t>Spustelėkite, kad galėtumėte redaguoti šablono teksto stilius</a:t>
            </a:r>
          </a:p>
          <a:p>
            <a:pPr lvl="1"/>
            <a:r>
              <a:rPr lang="lt-LT"/>
              <a:t>Antras lygis</a:t>
            </a:r>
          </a:p>
          <a:p>
            <a:pPr lvl="2"/>
            <a:r>
              <a:rPr lang="lt-LT"/>
              <a:t>Trečias lygis</a:t>
            </a:r>
          </a:p>
          <a:p>
            <a:pPr lvl="3"/>
            <a:r>
              <a:rPr lang="lt-LT"/>
              <a:t>Ketvirtas lygis</a:t>
            </a:r>
          </a:p>
          <a:p>
            <a:pPr lvl="4"/>
            <a:r>
              <a:rPr lang="lt-LT"/>
              <a:t>Penktas lygis</a:t>
            </a:r>
            <a:endParaRPr lang="en-US" dirty="0"/>
          </a:p>
        </p:txBody>
      </p:sp>
      <p:sp>
        <p:nvSpPr>
          <p:cNvPr id="7" name="Date Placeholder 6"/>
          <p:cNvSpPr>
            <a:spLocks noGrp="1"/>
          </p:cNvSpPr>
          <p:nvPr>
            <p:ph type="dt" sz="half" idx="10"/>
          </p:nvPr>
        </p:nvSpPr>
        <p:spPr/>
        <p:txBody>
          <a:bodyPr/>
          <a:lstStyle/>
          <a:p>
            <a:fld id="{C0AE65DE-FF04-4A4E-B91B-D564738CF58B}" type="datetimeFigureOut">
              <a:rPr lang="lt-LT" smtClean="0"/>
              <a:t>2026-02-17</a:t>
            </a:fld>
            <a:endParaRPr lang="lt-LT"/>
          </a:p>
        </p:txBody>
      </p:sp>
      <p:sp>
        <p:nvSpPr>
          <p:cNvPr id="8" name="Footer Placeholder 7"/>
          <p:cNvSpPr>
            <a:spLocks noGrp="1"/>
          </p:cNvSpPr>
          <p:nvPr>
            <p:ph type="ftr" sz="quarter" idx="11"/>
          </p:nvPr>
        </p:nvSpPr>
        <p:spPr/>
        <p:txBody>
          <a:bodyPr/>
          <a:lstStyle/>
          <a:p>
            <a:endParaRPr lang="lt-LT"/>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2024242214"/>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k pavadinima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lt-LT"/>
              <a:t>Spustelėję redaguokite stilių</a:t>
            </a:r>
            <a:endParaRPr lang="en-US" dirty="0"/>
          </a:p>
        </p:txBody>
      </p:sp>
      <p:sp>
        <p:nvSpPr>
          <p:cNvPr id="3" name="Date Placeholder 2"/>
          <p:cNvSpPr>
            <a:spLocks noGrp="1"/>
          </p:cNvSpPr>
          <p:nvPr>
            <p:ph type="dt" sz="half" idx="10"/>
          </p:nvPr>
        </p:nvSpPr>
        <p:spPr/>
        <p:txBody>
          <a:bodyPr/>
          <a:lstStyle/>
          <a:p>
            <a:fld id="{C0AE65DE-FF04-4A4E-B91B-D564738CF58B}" type="datetimeFigureOut">
              <a:rPr lang="lt-LT" smtClean="0"/>
              <a:t>2026-02-17</a:t>
            </a:fld>
            <a:endParaRPr lang="lt-LT"/>
          </a:p>
        </p:txBody>
      </p:sp>
      <p:sp>
        <p:nvSpPr>
          <p:cNvPr id="4" name="Footer Placeholder 3"/>
          <p:cNvSpPr>
            <a:spLocks noGrp="1"/>
          </p:cNvSpPr>
          <p:nvPr>
            <p:ph type="ftr" sz="quarter" idx="11"/>
          </p:nvPr>
        </p:nvSpPr>
        <p:spPr/>
        <p:txBody>
          <a:bodyPr/>
          <a:lstStyle/>
          <a:p>
            <a:endParaRPr lang="lt-LT"/>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3905178283"/>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uščia">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0AE65DE-FF04-4A4E-B91B-D564738CF58B}" type="datetimeFigureOut">
              <a:rPr lang="lt-LT" smtClean="0"/>
              <a:t>2026-02-17</a:t>
            </a:fld>
            <a:endParaRPr lang="lt-LT"/>
          </a:p>
        </p:txBody>
      </p:sp>
      <p:sp>
        <p:nvSpPr>
          <p:cNvPr id="3" name="Footer Placeholder 2"/>
          <p:cNvSpPr>
            <a:spLocks noGrp="1"/>
          </p:cNvSpPr>
          <p:nvPr>
            <p:ph type="ftr" sz="quarter" idx="11"/>
          </p:nvPr>
        </p:nvSpPr>
        <p:spPr/>
        <p:txBody>
          <a:bodyPr/>
          <a:lstStyle/>
          <a:p>
            <a:endParaRPr lang="lt-LT"/>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290743354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urinys ir antraštė">
    <p:spTree>
      <p:nvGrpSpPr>
        <p:cNvPr id="1" name=""/>
        <p:cNvGrpSpPr/>
        <p:nvPr/>
      </p:nvGrpSpPr>
      <p:grpSpPr>
        <a:xfrm>
          <a:off x="0" y="0"/>
          <a:ext cx="0" cy="0"/>
          <a:chOff x="0" y="0"/>
          <a:chExt cx="0" cy="0"/>
        </a:xfrm>
      </p:grpSpPr>
      <p:sp>
        <p:nvSpPr>
          <p:cNvPr id="2" name="Title 1"/>
          <p:cNvSpPr>
            <a:spLocks noGrp="1"/>
          </p:cNvSpPr>
          <p:nvPr>
            <p:ph type="title"/>
          </p:nvPr>
        </p:nvSpPr>
        <p:spPr>
          <a:xfrm>
            <a:off x="685347" y="457200"/>
            <a:ext cx="2780167" cy="1366439"/>
          </a:xfrm>
        </p:spPr>
        <p:txBody>
          <a:bodyPr anchor="b">
            <a:normAutofit/>
          </a:bodyPr>
          <a:lstStyle>
            <a:lvl1pPr algn="ctr">
              <a:defRPr sz="1800" b="0"/>
            </a:lvl1pPr>
          </a:lstStyle>
          <a:p>
            <a:r>
              <a:rPr lang="lt-LT"/>
              <a:t>Spustelėję redaguokite stilių</a:t>
            </a:r>
            <a:endParaRPr lang="en-US" dirty="0"/>
          </a:p>
        </p:txBody>
      </p:sp>
      <p:sp>
        <p:nvSpPr>
          <p:cNvPr id="3" name="Content Placeholder 2"/>
          <p:cNvSpPr>
            <a:spLocks noGrp="1"/>
          </p:cNvSpPr>
          <p:nvPr>
            <p:ph idx="1"/>
          </p:nvPr>
        </p:nvSpPr>
        <p:spPr>
          <a:xfrm>
            <a:off x="3641725" y="457200"/>
            <a:ext cx="4808943" cy="3886200"/>
          </a:xfrm>
        </p:spPr>
        <p:txBody>
          <a:bodyPr>
            <a:normAutofit/>
          </a:bodyPr>
          <a:lstStyle/>
          <a:p>
            <a:pPr lvl="0"/>
            <a:r>
              <a:rPr lang="lt-LT"/>
              <a:t>Spustelėkite, kad galėtumėte redaguoti šablono teksto stilius</a:t>
            </a:r>
          </a:p>
          <a:p>
            <a:pPr lvl="1"/>
            <a:r>
              <a:rPr lang="lt-LT"/>
              <a:t>Antras lygis</a:t>
            </a:r>
          </a:p>
          <a:p>
            <a:pPr lvl="2"/>
            <a:r>
              <a:rPr lang="lt-LT"/>
              <a:t>Trečias lygis</a:t>
            </a:r>
          </a:p>
          <a:p>
            <a:pPr lvl="3"/>
            <a:r>
              <a:rPr lang="lt-LT"/>
              <a:t>Ketvirtas lygis</a:t>
            </a:r>
          </a:p>
          <a:p>
            <a:pPr lvl="4"/>
            <a:r>
              <a:rPr lang="lt-LT"/>
              <a:t>Penktas lygis</a:t>
            </a:r>
            <a:endParaRPr lang="en-US" dirty="0"/>
          </a:p>
        </p:txBody>
      </p:sp>
      <p:sp>
        <p:nvSpPr>
          <p:cNvPr id="4" name="Text Placeholder 3"/>
          <p:cNvSpPr>
            <a:spLocks noGrp="1"/>
          </p:cNvSpPr>
          <p:nvPr>
            <p:ph type="body" sz="half" idx="2"/>
          </p:nvPr>
        </p:nvSpPr>
        <p:spPr>
          <a:xfrm>
            <a:off x="685347" y="1823639"/>
            <a:ext cx="2780167" cy="2519761"/>
          </a:xfrm>
        </p:spPr>
        <p:txBody>
          <a:bodyPr anchor="t">
            <a:normAutofit/>
          </a:bodyPr>
          <a:lstStyle>
            <a:lvl1pPr marL="0" indent="0" algn="ctr">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lt-LT"/>
              <a:t>Spustelėkite, kad galėtumėte redaguoti šablono teksto stilius</a:t>
            </a:r>
          </a:p>
        </p:txBody>
      </p:sp>
      <p:sp>
        <p:nvSpPr>
          <p:cNvPr id="5" name="Date Placeholder 4"/>
          <p:cNvSpPr>
            <a:spLocks noGrp="1"/>
          </p:cNvSpPr>
          <p:nvPr>
            <p:ph type="dt" sz="half" idx="10"/>
          </p:nvPr>
        </p:nvSpPr>
        <p:spPr/>
        <p:txBody>
          <a:bodyPr/>
          <a:lstStyle/>
          <a:p>
            <a:fld id="{C0AE65DE-FF04-4A4E-B91B-D564738CF58B}" type="datetimeFigureOut">
              <a:rPr lang="lt-LT" smtClean="0"/>
              <a:t>2026-02-17</a:t>
            </a:fld>
            <a:endParaRPr lang="lt-LT"/>
          </a:p>
        </p:txBody>
      </p:sp>
      <p:sp>
        <p:nvSpPr>
          <p:cNvPr id="6" name="Footer Placeholder 5"/>
          <p:cNvSpPr>
            <a:spLocks noGrp="1"/>
          </p:cNvSpPr>
          <p:nvPr>
            <p:ph type="ftr" sz="quarter" idx="11"/>
          </p:nvPr>
        </p:nvSpPr>
        <p:spPr/>
        <p:txBody>
          <a:bodyPr/>
          <a:lstStyle/>
          <a:p>
            <a:endParaRPr lang="lt-LT"/>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412446771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aveikslėlis ir antraštė">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70249" y="457200"/>
            <a:ext cx="2688125" cy="3903624"/>
          </a:xfrm>
          <a:prstGeom prst="rect">
            <a:avLst/>
          </a:prstGeom>
        </p:spPr>
      </p:pic>
      <p:sp>
        <p:nvSpPr>
          <p:cNvPr id="2" name="Title 1"/>
          <p:cNvSpPr>
            <a:spLocks noGrp="1"/>
          </p:cNvSpPr>
          <p:nvPr>
            <p:ph type="title"/>
          </p:nvPr>
        </p:nvSpPr>
        <p:spPr>
          <a:xfrm>
            <a:off x="685347" y="457442"/>
            <a:ext cx="4451212" cy="1372004"/>
          </a:xfrm>
        </p:spPr>
        <p:txBody>
          <a:bodyPr anchor="b">
            <a:noAutofit/>
          </a:bodyPr>
          <a:lstStyle>
            <a:lvl1pPr algn="ctr">
              <a:defRPr sz="2400" b="0"/>
            </a:lvl1pPr>
          </a:lstStyle>
          <a:p>
            <a:r>
              <a:rPr lang="lt-LT"/>
              <a:t>Spustelėję redaguokite stilių</a:t>
            </a:r>
            <a:endParaRPr lang="en-US" dirty="0"/>
          </a:p>
        </p:txBody>
      </p:sp>
      <p:sp>
        <p:nvSpPr>
          <p:cNvPr id="3" name="Picture Placeholder 2"/>
          <p:cNvSpPr>
            <a:spLocks noGrp="1" noChangeAspect="1"/>
          </p:cNvSpPr>
          <p:nvPr>
            <p:ph type="pic" idx="1"/>
          </p:nvPr>
        </p:nvSpPr>
        <p:spPr>
          <a:xfrm>
            <a:off x="5581914" y="572776"/>
            <a:ext cx="2456813" cy="3684617"/>
          </a:xfrm>
          <a:effectLst>
            <a:outerShdw blurRad="38100" dist="25400" dir="4440000">
              <a:srgbClr val="000000">
                <a:alpha val="36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lt-LT"/>
              <a:t>Spustelėkite piktogramą norėdami įtraukti paveikslėlį</a:t>
            </a:r>
            <a:endParaRPr lang="en-US" dirty="0"/>
          </a:p>
        </p:txBody>
      </p:sp>
      <p:sp>
        <p:nvSpPr>
          <p:cNvPr id="4" name="Text Placeholder 3"/>
          <p:cNvSpPr>
            <a:spLocks noGrp="1"/>
          </p:cNvSpPr>
          <p:nvPr>
            <p:ph type="body" sz="half" idx="2"/>
          </p:nvPr>
        </p:nvSpPr>
        <p:spPr>
          <a:xfrm>
            <a:off x="685347" y="1829445"/>
            <a:ext cx="4451212" cy="2532101"/>
          </a:xfrm>
        </p:spPr>
        <p:txBody>
          <a:bodyPr anchor="t">
            <a:normAutofit/>
          </a:bodyPr>
          <a:lstStyle>
            <a:lvl1pPr marL="0" indent="0" algn="ctr">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lt-LT"/>
              <a:t>Spustelėkite, kad galėtumėte redaguoti šablono teksto stilius</a:t>
            </a:r>
          </a:p>
        </p:txBody>
      </p:sp>
      <p:sp>
        <p:nvSpPr>
          <p:cNvPr id="5" name="Date Placeholder 4"/>
          <p:cNvSpPr>
            <a:spLocks noGrp="1"/>
          </p:cNvSpPr>
          <p:nvPr>
            <p:ph type="dt" sz="half" idx="10"/>
          </p:nvPr>
        </p:nvSpPr>
        <p:spPr/>
        <p:txBody>
          <a:bodyPr/>
          <a:lstStyle/>
          <a:p>
            <a:fld id="{C0AE65DE-FF04-4A4E-B91B-D564738CF58B}" type="datetimeFigureOut">
              <a:rPr lang="lt-LT" smtClean="0"/>
              <a:t>2026-02-17</a:t>
            </a:fld>
            <a:endParaRPr lang="lt-LT"/>
          </a:p>
        </p:txBody>
      </p:sp>
      <p:sp>
        <p:nvSpPr>
          <p:cNvPr id="6" name="Footer Placeholder 5"/>
          <p:cNvSpPr>
            <a:spLocks noGrp="1"/>
          </p:cNvSpPr>
          <p:nvPr>
            <p:ph type="ftr" sz="quarter" idx="11"/>
          </p:nvPr>
        </p:nvSpPr>
        <p:spPr/>
        <p:txBody>
          <a:bodyPr/>
          <a:lstStyle/>
          <a:p>
            <a:endParaRPr lang="lt-LT"/>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355385311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nė nuotrauka su antrašte">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0413" y="410855"/>
            <a:ext cx="7606349" cy="2862605"/>
          </a:xfrm>
          <a:prstGeom prst="rect">
            <a:avLst/>
          </a:prstGeom>
        </p:spPr>
      </p:pic>
      <p:sp>
        <p:nvSpPr>
          <p:cNvPr id="2" name="Title 1"/>
          <p:cNvSpPr>
            <a:spLocks noGrp="1"/>
          </p:cNvSpPr>
          <p:nvPr>
            <p:ph type="title"/>
          </p:nvPr>
        </p:nvSpPr>
        <p:spPr>
          <a:xfrm>
            <a:off x="685354" y="3423941"/>
            <a:ext cx="7766495" cy="407604"/>
          </a:xfrm>
        </p:spPr>
        <p:txBody>
          <a:bodyPr anchor="b">
            <a:normAutofit/>
          </a:bodyPr>
          <a:lstStyle>
            <a:lvl1pPr algn="ctr">
              <a:defRPr sz="2100"/>
            </a:lvl1pPr>
          </a:lstStyle>
          <a:p>
            <a:r>
              <a:rPr lang="lt-LT"/>
              <a:t>Spustelėję redaguokite stilių</a:t>
            </a:r>
            <a:endParaRPr lang="en-US" dirty="0"/>
          </a:p>
        </p:txBody>
      </p:sp>
      <p:sp>
        <p:nvSpPr>
          <p:cNvPr id="3" name="Picture Placeholder 2"/>
          <p:cNvSpPr>
            <a:spLocks noGrp="1" noChangeAspect="1"/>
          </p:cNvSpPr>
          <p:nvPr>
            <p:ph type="pic" idx="1"/>
          </p:nvPr>
        </p:nvSpPr>
        <p:spPr>
          <a:xfrm>
            <a:off x="877012" y="521257"/>
            <a:ext cx="7384010" cy="2644253"/>
          </a:xfrm>
          <a:effectLst>
            <a:outerShdw blurRad="38100" dist="25400" dir="4440000">
              <a:srgbClr val="000000">
                <a:alpha val="36000"/>
              </a:srgbClr>
            </a:outerShdw>
          </a:effectLst>
        </p:spPr>
        <p:txBody>
          <a:bodyPr anchor="t">
            <a:normAutofit/>
          </a:bodyPr>
          <a:lstStyle>
            <a:lvl1pPr marL="0" indent="0" algn="ctr">
              <a:buNone/>
              <a:defRPr sz="1500"/>
            </a:lvl1pPr>
            <a:lvl2pPr marL="342900" indent="0">
              <a:buNone/>
              <a:defRPr sz="1500"/>
            </a:lvl2pPr>
            <a:lvl3pPr marL="685800" indent="0">
              <a:buNone/>
              <a:defRPr sz="15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lt-LT"/>
              <a:t>Spustelėkite piktogramą norėdami įtraukti paveikslėlį</a:t>
            </a:r>
            <a:endParaRPr lang="en-US" dirty="0"/>
          </a:p>
        </p:txBody>
      </p:sp>
      <p:sp>
        <p:nvSpPr>
          <p:cNvPr id="4" name="Text Placeholder 3"/>
          <p:cNvSpPr>
            <a:spLocks noGrp="1"/>
          </p:cNvSpPr>
          <p:nvPr>
            <p:ph type="body" sz="half" idx="2"/>
          </p:nvPr>
        </p:nvSpPr>
        <p:spPr>
          <a:xfrm>
            <a:off x="685346" y="3831546"/>
            <a:ext cx="7765322" cy="511854"/>
          </a:xfrm>
        </p:spPr>
        <p:txBody>
          <a:bodyPr anchor="t"/>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lt-LT"/>
              <a:t>Spustelėkite, kad galėtumėte redaguoti šablono teksto stilius</a:t>
            </a:r>
          </a:p>
        </p:txBody>
      </p:sp>
      <p:sp>
        <p:nvSpPr>
          <p:cNvPr id="5" name="Date Placeholder 4"/>
          <p:cNvSpPr>
            <a:spLocks noGrp="1"/>
          </p:cNvSpPr>
          <p:nvPr>
            <p:ph type="dt" sz="half" idx="10"/>
          </p:nvPr>
        </p:nvSpPr>
        <p:spPr/>
        <p:txBody>
          <a:bodyPr/>
          <a:lstStyle/>
          <a:p>
            <a:fld id="{C0AE65DE-FF04-4A4E-B91B-D564738CF58B}" type="datetimeFigureOut">
              <a:rPr lang="lt-LT" smtClean="0"/>
              <a:t>2026-02-17</a:t>
            </a:fld>
            <a:endParaRPr lang="lt-LT"/>
          </a:p>
        </p:txBody>
      </p:sp>
      <p:sp>
        <p:nvSpPr>
          <p:cNvPr id="6" name="Footer Placeholder 5"/>
          <p:cNvSpPr>
            <a:spLocks noGrp="1"/>
          </p:cNvSpPr>
          <p:nvPr>
            <p:ph type="ftr" sz="quarter" idx="11"/>
          </p:nvPr>
        </p:nvSpPr>
        <p:spPr/>
        <p:txBody>
          <a:bodyPr/>
          <a:lstStyle/>
          <a:p>
            <a:endParaRPr lang="lt-LT"/>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207351128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Pavadinimas ir antraštė">
    <p:spTree>
      <p:nvGrpSpPr>
        <p:cNvPr id="1" name=""/>
        <p:cNvGrpSpPr/>
        <p:nvPr/>
      </p:nvGrpSpPr>
      <p:grpSpPr>
        <a:xfrm>
          <a:off x="0" y="0"/>
          <a:ext cx="0" cy="0"/>
          <a:chOff x="0" y="0"/>
          <a:chExt cx="0" cy="0"/>
        </a:xfrm>
      </p:grpSpPr>
      <p:sp>
        <p:nvSpPr>
          <p:cNvPr id="2" name="Title 1"/>
          <p:cNvSpPr>
            <a:spLocks noGrp="1"/>
          </p:cNvSpPr>
          <p:nvPr>
            <p:ph type="title"/>
          </p:nvPr>
        </p:nvSpPr>
        <p:spPr>
          <a:xfrm>
            <a:off x="685346" y="456328"/>
            <a:ext cx="7765322" cy="2650758"/>
          </a:xfrm>
        </p:spPr>
        <p:txBody>
          <a:bodyPr anchor="ctr"/>
          <a:lstStyle>
            <a:lvl1pPr>
              <a:defRPr sz="2400"/>
            </a:lvl1pPr>
          </a:lstStyle>
          <a:p>
            <a:r>
              <a:rPr lang="lt-LT"/>
              <a:t>Spustelėję redaguokite stilių</a:t>
            </a:r>
            <a:endParaRPr lang="en-US" dirty="0"/>
          </a:p>
        </p:txBody>
      </p:sp>
      <p:sp>
        <p:nvSpPr>
          <p:cNvPr id="4" name="Text Placeholder 3"/>
          <p:cNvSpPr>
            <a:spLocks noGrp="1"/>
          </p:cNvSpPr>
          <p:nvPr>
            <p:ph type="body" sz="half" idx="2"/>
          </p:nvPr>
        </p:nvSpPr>
        <p:spPr>
          <a:xfrm>
            <a:off x="685346" y="3221385"/>
            <a:ext cx="7765322" cy="1126370"/>
          </a:xfrm>
        </p:spPr>
        <p:txBody>
          <a:bodyPr anchor="ctr"/>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lt-LT"/>
              <a:t>Spustelėkite, kad galėtumėte redaguoti šablono teksto stilius</a:t>
            </a:r>
          </a:p>
        </p:txBody>
      </p:sp>
      <p:sp>
        <p:nvSpPr>
          <p:cNvPr id="5" name="Date Placeholder 4"/>
          <p:cNvSpPr>
            <a:spLocks noGrp="1"/>
          </p:cNvSpPr>
          <p:nvPr>
            <p:ph type="dt" sz="half" idx="10"/>
          </p:nvPr>
        </p:nvSpPr>
        <p:spPr/>
        <p:txBody>
          <a:bodyPr/>
          <a:lstStyle/>
          <a:p>
            <a:fld id="{C0AE65DE-FF04-4A4E-B91B-D564738CF58B}" type="datetimeFigureOut">
              <a:rPr lang="lt-LT" smtClean="0"/>
              <a:t>2026-02-17</a:t>
            </a:fld>
            <a:endParaRPr lang="lt-LT"/>
          </a:p>
        </p:txBody>
      </p:sp>
      <p:sp>
        <p:nvSpPr>
          <p:cNvPr id="6" name="Footer Placeholder 5"/>
          <p:cNvSpPr>
            <a:spLocks noGrp="1"/>
          </p:cNvSpPr>
          <p:nvPr>
            <p:ph type="ftr" sz="quarter" idx="11"/>
          </p:nvPr>
        </p:nvSpPr>
        <p:spPr/>
        <p:txBody>
          <a:bodyPr/>
          <a:lstStyle/>
          <a:p>
            <a:endParaRPr lang="lt-LT"/>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97617262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Pasiūlymas su antrašte">
    <p:spTree>
      <p:nvGrpSpPr>
        <p:cNvPr id="1" name=""/>
        <p:cNvGrpSpPr/>
        <p:nvPr/>
      </p:nvGrpSpPr>
      <p:grpSpPr>
        <a:xfrm>
          <a:off x="0" y="0"/>
          <a:ext cx="0" cy="0"/>
          <a:chOff x="0" y="0"/>
          <a:chExt cx="0" cy="0"/>
        </a:xfrm>
      </p:grpSpPr>
      <p:sp>
        <p:nvSpPr>
          <p:cNvPr id="2" name="Title 1"/>
          <p:cNvSpPr>
            <a:spLocks noGrp="1"/>
          </p:cNvSpPr>
          <p:nvPr>
            <p:ph type="title"/>
          </p:nvPr>
        </p:nvSpPr>
        <p:spPr>
          <a:xfrm>
            <a:off x="1084659" y="457200"/>
            <a:ext cx="6977064" cy="2244678"/>
          </a:xfrm>
        </p:spPr>
        <p:txBody>
          <a:bodyPr anchor="ctr"/>
          <a:lstStyle>
            <a:lvl1pPr>
              <a:defRPr sz="2400"/>
            </a:lvl1pPr>
          </a:lstStyle>
          <a:p>
            <a:r>
              <a:rPr lang="lt-LT"/>
              <a:t>Spustelėję redaguokite stilių</a:t>
            </a:r>
            <a:endParaRPr lang="en-US" dirty="0"/>
          </a:p>
        </p:txBody>
      </p:sp>
      <p:sp>
        <p:nvSpPr>
          <p:cNvPr id="12" name="Text Placeholder 3"/>
          <p:cNvSpPr>
            <a:spLocks noGrp="1"/>
          </p:cNvSpPr>
          <p:nvPr>
            <p:ph type="body" sz="half" idx="13"/>
          </p:nvPr>
        </p:nvSpPr>
        <p:spPr>
          <a:xfrm>
            <a:off x="1290484" y="2707524"/>
            <a:ext cx="6564224" cy="399562"/>
          </a:xfrm>
        </p:spPr>
        <p:txBody>
          <a:bodyPr anchor="t">
            <a:normAutofit/>
          </a:bodyPr>
          <a:lstStyle>
            <a:lvl1pPr marL="0" indent="0" algn="r">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lt-LT"/>
              <a:t>Spustelėkite, kad galėtumėte redaguoti šablono teksto stilius</a:t>
            </a:r>
          </a:p>
        </p:txBody>
      </p:sp>
      <p:sp>
        <p:nvSpPr>
          <p:cNvPr id="4" name="Text Placeholder 3"/>
          <p:cNvSpPr>
            <a:spLocks noGrp="1"/>
          </p:cNvSpPr>
          <p:nvPr>
            <p:ph type="body" sz="half" idx="2"/>
          </p:nvPr>
        </p:nvSpPr>
        <p:spPr>
          <a:xfrm>
            <a:off x="685346" y="3228265"/>
            <a:ext cx="7765322" cy="1117122"/>
          </a:xfrm>
        </p:spPr>
        <p:txBody>
          <a:bodyPr anchor="ctr">
            <a:normAutofit/>
          </a:bodyPr>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lt-LT"/>
              <a:t>Spustelėkite, kad galėtumėte redaguoti šablono teksto stilius</a:t>
            </a:r>
          </a:p>
        </p:txBody>
      </p:sp>
      <p:sp>
        <p:nvSpPr>
          <p:cNvPr id="5" name="Date Placeholder 4"/>
          <p:cNvSpPr>
            <a:spLocks noGrp="1"/>
          </p:cNvSpPr>
          <p:nvPr>
            <p:ph type="dt" sz="half" idx="10"/>
          </p:nvPr>
        </p:nvSpPr>
        <p:spPr/>
        <p:txBody>
          <a:bodyPr/>
          <a:lstStyle/>
          <a:p>
            <a:fld id="{C0AE65DE-FF04-4A4E-B91B-D564738CF58B}" type="datetimeFigureOut">
              <a:rPr lang="lt-LT" smtClean="0"/>
              <a:t>2026-02-17</a:t>
            </a:fld>
            <a:endParaRPr lang="lt-LT"/>
          </a:p>
        </p:txBody>
      </p:sp>
      <p:sp>
        <p:nvSpPr>
          <p:cNvPr id="6" name="Footer Placeholder 5"/>
          <p:cNvSpPr>
            <a:spLocks noGrp="1"/>
          </p:cNvSpPr>
          <p:nvPr>
            <p:ph type="ftr" sz="quarter" idx="11"/>
          </p:nvPr>
        </p:nvSpPr>
        <p:spPr/>
        <p:txBody>
          <a:bodyPr/>
          <a:lstStyle/>
          <a:p>
            <a:endParaRPr lang="lt-LT"/>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
        <p:nvSpPr>
          <p:cNvPr id="11" name="TextBox 10"/>
          <p:cNvSpPr txBox="1"/>
          <p:nvPr/>
        </p:nvSpPr>
        <p:spPr>
          <a:xfrm>
            <a:off x="742950" y="663597"/>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6000" dirty="0">
                <a:solidFill>
                  <a:schemeClr val="tx1"/>
                </a:solidFill>
                <a:effectLst/>
              </a:rPr>
              <a:t>“</a:t>
            </a:r>
          </a:p>
        </p:txBody>
      </p:sp>
      <p:sp>
        <p:nvSpPr>
          <p:cNvPr id="13" name="TextBox 12"/>
          <p:cNvSpPr txBox="1"/>
          <p:nvPr/>
        </p:nvSpPr>
        <p:spPr>
          <a:xfrm>
            <a:off x="7878537" y="2196194"/>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Tree>
    <p:extLst>
      <p:ext uri="{BB962C8B-B14F-4D97-AF65-F5344CB8AC3E}">
        <p14:creationId xmlns:p14="http://schemas.microsoft.com/office/powerpoint/2010/main" val="4067776681"/>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Kortelės pavadinimas">
    <p:spTree>
      <p:nvGrpSpPr>
        <p:cNvPr id="1" name=""/>
        <p:cNvGrpSpPr/>
        <p:nvPr/>
      </p:nvGrpSpPr>
      <p:grpSpPr>
        <a:xfrm>
          <a:off x="0" y="0"/>
          <a:ext cx="0" cy="0"/>
          <a:chOff x="0" y="0"/>
          <a:chExt cx="0" cy="0"/>
        </a:xfrm>
      </p:grpSpPr>
      <p:sp>
        <p:nvSpPr>
          <p:cNvPr id="2" name="Title 1"/>
          <p:cNvSpPr>
            <a:spLocks noGrp="1"/>
          </p:cNvSpPr>
          <p:nvPr>
            <p:ph type="title"/>
          </p:nvPr>
        </p:nvSpPr>
        <p:spPr>
          <a:xfrm>
            <a:off x="685346" y="1595207"/>
            <a:ext cx="7765322" cy="1883876"/>
          </a:xfrm>
        </p:spPr>
        <p:txBody>
          <a:bodyPr anchor="b"/>
          <a:lstStyle>
            <a:lvl1pPr>
              <a:defRPr sz="2400"/>
            </a:lvl1pPr>
          </a:lstStyle>
          <a:p>
            <a:r>
              <a:rPr lang="lt-LT"/>
              <a:t>Spustelėję redaguokite stilių</a:t>
            </a:r>
            <a:endParaRPr lang="en-US" dirty="0"/>
          </a:p>
        </p:txBody>
      </p:sp>
      <p:sp>
        <p:nvSpPr>
          <p:cNvPr id="4" name="Text Placeholder 3"/>
          <p:cNvSpPr>
            <a:spLocks noGrp="1"/>
          </p:cNvSpPr>
          <p:nvPr>
            <p:ph type="body" sz="half" idx="2"/>
          </p:nvPr>
        </p:nvSpPr>
        <p:spPr>
          <a:xfrm>
            <a:off x="685339" y="3487917"/>
            <a:ext cx="7764149" cy="855483"/>
          </a:xfrm>
        </p:spPr>
        <p:txBody>
          <a:bodyPr anchor="t"/>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lt-LT"/>
              <a:t>Spustelėkite, kad galėtumėte redaguoti šablono teksto stilius</a:t>
            </a:r>
          </a:p>
        </p:txBody>
      </p:sp>
      <p:sp>
        <p:nvSpPr>
          <p:cNvPr id="5" name="Date Placeholder 4"/>
          <p:cNvSpPr>
            <a:spLocks noGrp="1"/>
          </p:cNvSpPr>
          <p:nvPr>
            <p:ph type="dt" sz="half" idx="10"/>
          </p:nvPr>
        </p:nvSpPr>
        <p:spPr/>
        <p:txBody>
          <a:bodyPr/>
          <a:lstStyle/>
          <a:p>
            <a:fld id="{C0AE65DE-FF04-4A4E-B91B-D564738CF58B}" type="datetimeFigureOut">
              <a:rPr lang="lt-LT" smtClean="0"/>
              <a:t>2026-02-17</a:t>
            </a:fld>
            <a:endParaRPr lang="lt-LT"/>
          </a:p>
        </p:txBody>
      </p:sp>
      <p:sp>
        <p:nvSpPr>
          <p:cNvPr id="6" name="Footer Placeholder 5"/>
          <p:cNvSpPr>
            <a:spLocks noGrp="1"/>
          </p:cNvSpPr>
          <p:nvPr>
            <p:ph type="ftr" sz="quarter" idx="11"/>
          </p:nvPr>
        </p:nvSpPr>
        <p:spPr/>
        <p:txBody>
          <a:bodyPr/>
          <a:lstStyle/>
          <a:p>
            <a:endParaRPr lang="lt-LT"/>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1735469596"/>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stulpelis">
    <p:spTree>
      <p:nvGrpSpPr>
        <p:cNvPr id="1" name=""/>
        <p:cNvGrpSpPr/>
        <p:nvPr/>
      </p:nvGrpSpPr>
      <p:grpSpPr>
        <a:xfrm>
          <a:off x="0" y="0"/>
          <a:ext cx="0" cy="0"/>
          <a:chOff x="0" y="0"/>
          <a:chExt cx="0" cy="0"/>
        </a:xfrm>
      </p:grpSpPr>
      <p:sp>
        <p:nvSpPr>
          <p:cNvPr id="15" name="Title 1"/>
          <p:cNvSpPr>
            <a:spLocks noGrp="1"/>
          </p:cNvSpPr>
          <p:nvPr>
            <p:ph type="title"/>
          </p:nvPr>
        </p:nvSpPr>
        <p:spPr>
          <a:xfrm>
            <a:off x="685346" y="457200"/>
            <a:ext cx="7765322" cy="727838"/>
          </a:xfrm>
        </p:spPr>
        <p:txBody>
          <a:bodyPr/>
          <a:lstStyle/>
          <a:p>
            <a:r>
              <a:rPr lang="lt-LT"/>
              <a:t>Spustelėję redaguokite stilių</a:t>
            </a:r>
            <a:endParaRPr lang="en-US" dirty="0"/>
          </a:p>
        </p:txBody>
      </p:sp>
      <p:sp>
        <p:nvSpPr>
          <p:cNvPr id="7" name="Text Placeholder 2"/>
          <p:cNvSpPr>
            <a:spLocks noGrp="1"/>
          </p:cNvSpPr>
          <p:nvPr>
            <p:ph type="body" idx="1"/>
          </p:nvPr>
        </p:nvSpPr>
        <p:spPr>
          <a:xfrm>
            <a:off x="685346" y="1414462"/>
            <a:ext cx="2475738" cy="432197"/>
          </a:xfrm>
        </p:spPr>
        <p:txBody>
          <a:bodyPr anchor="b">
            <a:noAutofit/>
          </a:bodyPr>
          <a:lstStyle>
            <a:lvl1pPr marL="0" indent="0" algn="ctr">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lt-LT"/>
              <a:t>Spustelėkite, kad galėtumėte redaguoti šablono teksto stilius</a:t>
            </a:r>
          </a:p>
        </p:txBody>
      </p:sp>
      <p:sp>
        <p:nvSpPr>
          <p:cNvPr id="8" name="Text Placeholder 3"/>
          <p:cNvSpPr>
            <a:spLocks noGrp="1"/>
          </p:cNvSpPr>
          <p:nvPr>
            <p:ph type="body" sz="half" idx="15"/>
          </p:nvPr>
        </p:nvSpPr>
        <p:spPr>
          <a:xfrm>
            <a:off x="685346" y="1928812"/>
            <a:ext cx="2475738" cy="2414588"/>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lt-LT"/>
              <a:t>Spustelėkite, kad galėtumėte redaguoti šablono teksto stilius</a:t>
            </a:r>
          </a:p>
        </p:txBody>
      </p:sp>
      <p:sp>
        <p:nvSpPr>
          <p:cNvPr id="9" name="Text Placeholder 4"/>
          <p:cNvSpPr>
            <a:spLocks noGrp="1"/>
          </p:cNvSpPr>
          <p:nvPr>
            <p:ph type="body" sz="quarter" idx="3"/>
          </p:nvPr>
        </p:nvSpPr>
        <p:spPr>
          <a:xfrm>
            <a:off x="3335033" y="1414462"/>
            <a:ext cx="2475738" cy="432197"/>
          </a:xfrm>
        </p:spPr>
        <p:txBody>
          <a:bodyPr anchor="b">
            <a:noAutofit/>
          </a:bodyPr>
          <a:lstStyle>
            <a:lvl1pPr marL="0" indent="0" algn="ctr">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lt-LT"/>
              <a:t>Spustelėkite, kad galėtumėte redaguoti šablono teksto stilius</a:t>
            </a:r>
          </a:p>
        </p:txBody>
      </p:sp>
      <p:sp>
        <p:nvSpPr>
          <p:cNvPr id="10" name="Text Placeholder 3"/>
          <p:cNvSpPr>
            <a:spLocks noGrp="1"/>
          </p:cNvSpPr>
          <p:nvPr>
            <p:ph type="body" sz="half" idx="16"/>
          </p:nvPr>
        </p:nvSpPr>
        <p:spPr>
          <a:xfrm>
            <a:off x="3331076" y="1928812"/>
            <a:ext cx="2475738" cy="2414588"/>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lt-LT"/>
              <a:t>Spustelėkite, kad galėtumėte redaguoti šablono teksto stilius</a:t>
            </a:r>
          </a:p>
        </p:txBody>
      </p:sp>
      <p:sp>
        <p:nvSpPr>
          <p:cNvPr id="11" name="Text Placeholder 4"/>
          <p:cNvSpPr>
            <a:spLocks noGrp="1"/>
          </p:cNvSpPr>
          <p:nvPr>
            <p:ph type="body" sz="quarter" idx="13"/>
          </p:nvPr>
        </p:nvSpPr>
        <p:spPr>
          <a:xfrm>
            <a:off x="5974929" y="1414462"/>
            <a:ext cx="2475738" cy="432197"/>
          </a:xfrm>
        </p:spPr>
        <p:txBody>
          <a:bodyPr anchor="b">
            <a:noAutofit/>
          </a:bodyPr>
          <a:lstStyle>
            <a:lvl1pPr marL="0" indent="0" algn="ctr">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lt-LT"/>
              <a:t>Spustelėkite, kad galėtumėte redaguoti šablono teksto stilius</a:t>
            </a:r>
          </a:p>
        </p:txBody>
      </p:sp>
      <p:sp>
        <p:nvSpPr>
          <p:cNvPr id="12" name="Text Placeholder 3"/>
          <p:cNvSpPr>
            <a:spLocks noGrp="1"/>
          </p:cNvSpPr>
          <p:nvPr>
            <p:ph type="body" sz="half" idx="17"/>
          </p:nvPr>
        </p:nvSpPr>
        <p:spPr>
          <a:xfrm>
            <a:off x="5974929" y="1928812"/>
            <a:ext cx="2475738" cy="2414588"/>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lt-LT"/>
              <a:t>Spustelėkite, kad galėtumėte redaguoti šablono teksto stilius</a:t>
            </a:r>
          </a:p>
        </p:txBody>
      </p:sp>
      <p:sp>
        <p:nvSpPr>
          <p:cNvPr id="3" name="Date Placeholder 2"/>
          <p:cNvSpPr>
            <a:spLocks noGrp="1"/>
          </p:cNvSpPr>
          <p:nvPr>
            <p:ph type="dt" sz="half" idx="10"/>
          </p:nvPr>
        </p:nvSpPr>
        <p:spPr/>
        <p:txBody>
          <a:bodyPr/>
          <a:lstStyle/>
          <a:p>
            <a:fld id="{C0AE65DE-FF04-4A4E-B91B-D564738CF58B}" type="datetimeFigureOut">
              <a:rPr lang="lt-LT" smtClean="0"/>
              <a:t>2026-02-17</a:t>
            </a:fld>
            <a:endParaRPr lang="lt-LT"/>
          </a:p>
        </p:txBody>
      </p:sp>
      <p:sp>
        <p:nvSpPr>
          <p:cNvPr id="4" name="Footer Placeholder 3"/>
          <p:cNvSpPr>
            <a:spLocks noGrp="1"/>
          </p:cNvSpPr>
          <p:nvPr>
            <p:ph type="ftr" sz="quarter" idx="11"/>
          </p:nvPr>
        </p:nvSpPr>
        <p:spPr/>
        <p:txBody>
          <a:bodyPr/>
          <a:lstStyle/>
          <a:p>
            <a:endParaRPr lang="lt-LT"/>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3554482879"/>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aveikslėlis skiltyje">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3472" y="1363661"/>
            <a:ext cx="2504979" cy="1385888"/>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02850" y="1363661"/>
            <a:ext cx="2504979" cy="1385888"/>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2038" y="1363661"/>
            <a:ext cx="2504979" cy="1385888"/>
          </a:xfrm>
          <a:prstGeom prst="rect">
            <a:avLst/>
          </a:prstGeom>
        </p:spPr>
      </p:pic>
      <p:sp>
        <p:nvSpPr>
          <p:cNvPr id="30" name="Title 1"/>
          <p:cNvSpPr>
            <a:spLocks noGrp="1"/>
          </p:cNvSpPr>
          <p:nvPr>
            <p:ph type="title"/>
          </p:nvPr>
        </p:nvSpPr>
        <p:spPr>
          <a:xfrm>
            <a:off x="685346" y="457200"/>
            <a:ext cx="7765322" cy="727838"/>
          </a:xfrm>
        </p:spPr>
        <p:txBody>
          <a:bodyPr/>
          <a:lstStyle/>
          <a:p>
            <a:r>
              <a:rPr lang="lt-LT"/>
              <a:t>Spustelėję redaguokite stilių</a:t>
            </a:r>
            <a:endParaRPr lang="en-US" dirty="0"/>
          </a:p>
        </p:txBody>
      </p:sp>
      <p:sp>
        <p:nvSpPr>
          <p:cNvPr id="19" name="Text Placeholder 2"/>
          <p:cNvSpPr>
            <a:spLocks noGrp="1"/>
          </p:cNvSpPr>
          <p:nvPr>
            <p:ph type="body" idx="1"/>
          </p:nvPr>
        </p:nvSpPr>
        <p:spPr>
          <a:xfrm>
            <a:off x="685346" y="2928079"/>
            <a:ext cx="2475738" cy="432197"/>
          </a:xfrm>
        </p:spPr>
        <p:txBody>
          <a:bodyPr anchor="b">
            <a:noAutofit/>
          </a:bodyPr>
          <a:lstStyle>
            <a:lvl1pPr marL="0" indent="0" algn="ctr">
              <a:buNone/>
              <a:defRPr sz="15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lt-LT"/>
              <a:t>Spustelėkite, kad galėtumėte redaguoti šablono teksto stilius</a:t>
            </a:r>
          </a:p>
        </p:txBody>
      </p:sp>
      <p:sp>
        <p:nvSpPr>
          <p:cNvPr id="20" name="Picture Placeholder 2"/>
          <p:cNvSpPr>
            <a:spLocks noGrp="1" noChangeAspect="1"/>
          </p:cNvSpPr>
          <p:nvPr>
            <p:ph type="pic" idx="15"/>
          </p:nvPr>
        </p:nvSpPr>
        <p:spPr>
          <a:xfrm>
            <a:off x="763577" y="1454188"/>
            <a:ext cx="2319276" cy="1202216"/>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lt-LT"/>
              <a:t>Spustelėkite piktogramą norėdami įtraukti paveikslėlį</a:t>
            </a:r>
            <a:endParaRPr lang="en-US" dirty="0"/>
          </a:p>
        </p:txBody>
      </p:sp>
      <p:sp>
        <p:nvSpPr>
          <p:cNvPr id="21" name="Text Placeholder 3"/>
          <p:cNvSpPr>
            <a:spLocks noGrp="1"/>
          </p:cNvSpPr>
          <p:nvPr>
            <p:ph type="body" sz="half" idx="18"/>
          </p:nvPr>
        </p:nvSpPr>
        <p:spPr>
          <a:xfrm>
            <a:off x="685346" y="3360276"/>
            <a:ext cx="2475738" cy="983125"/>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lt-LT"/>
              <a:t>Spustelėkite, kad galėtumėte redaguoti šablono teksto stilius</a:t>
            </a:r>
          </a:p>
        </p:txBody>
      </p:sp>
      <p:sp>
        <p:nvSpPr>
          <p:cNvPr id="22" name="Text Placeholder 4"/>
          <p:cNvSpPr>
            <a:spLocks noGrp="1"/>
          </p:cNvSpPr>
          <p:nvPr>
            <p:ph type="body" sz="quarter" idx="3"/>
          </p:nvPr>
        </p:nvSpPr>
        <p:spPr>
          <a:xfrm>
            <a:off x="3332091" y="2928079"/>
            <a:ext cx="2475738" cy="432197"/>
          </a:xfrm>
        </p:spPr>
        <p:txBody>
          <a:bodyPr anchor="b">
            <a:noAutofit/>
          </a:bodyPr>
          <a:lstStyle>
            <a:lvl1pPr marL="0" indent="0" algn="ctr">
              <a:buNone/>
              <a:defRPr sz="15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lt-LT"/>
              <a:t>Spustelėkite, kad galėtumėte redaguoti šablono teksto stilius</a:t>
            </a:r>
          </a:p>
        </p:txBody>
      </p:sp>
      <p:sp>
        <p:nvSpPr>
          <p:cNvPr id="23" name="Picture Placeholder 2"/>
          <p:cNvSpPr>
            <a:spLocks noGrp="1" noChangeAspect="1"/>
          </p:cNvSpPr>
          <p:nvPr>
            <p:ph type="pic" idx="21"/>
          </p:nvPr>
        </p:nvSpPr>
        <p:spPr>
          <a:xfrm>
            <a:off x="3409307" y="1454321"/>
            <a:ext cx="2319276" cy="1206123"/>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lt-LT"/>
              <a:t>Spustelėkite piktogramą norėdami įtraukti paveikslėlį</a:t>
            </a:r>
            <a:endParaRPr lang="en-US" dirty="0"/>
          </a:p>
        </p:txBody>
      </p:sp>
      <p:sp>
        <p:nvSpPr>
          <p:cNvPr id="24" name="Text Placeholder 3"/>
          <p:cNvSpPr>
            <a:spLocks noGrp="1"/>
          </p:cNvSpPr>
          <p:nvPr>
            <p:ph type="body" sz="half" idx="19"/>
          </p:nvPr>
        </p:nvSpPr>
        <p:spPr>
          <a:xfrm>
            <a:off x="3331076" y="3360276"/>
            <a:ext cx="2475738" cy="983125"/>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lt-LT"/>
              <a:t>Spustelėkite, kad galėtumėte redaguoti šablono teksto stilius</a:t>
            </a:r>
          </a:p>
        </p:txBody>
      </p:sp>
      <p:sp>
        <p:nvSpPr>
          <p:cNvPr id="25" name="Text Placeholder 4"/>
          <p:cNvSpPr>
            <a:spLocks noGrp="1"/>
          </p:cNvSpPr>
          <p:nvPr>
            <p:ph type="body" sz="quarter" idx="13"/>
          </p:nvPr>
        </p:nvSpPr>
        <p:spPr>
          <a:xfrm>
            <a:off x="5975023" y="2928079"/>
            <a:ext cx="2475738" cy="432197"/>
          </a:xfrm>
        </p:spPr>
        <p:txBody>
          <a:bodyPr anchor="b">
            <a:noAutofit/>
          </a:bodyPr>
          <a:lstStyle>
            <a:lvl1pPr marL="0" indent="0" algn="ctr">
              <a:buNone/>
              <a:defRPr sz="15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lt-LT"/>
              <a:t>Spustelėkite, kad galėtumėte redaguoti šablono teksto stilius</a:t>
            </a:r>
          </a:p>
        </p:txBody>
      </p:sp>
      <p:sp>
        <p:nvSpPr>
          <p:cNvPr id="26" name="Picture Placeholder 2"/>
          <p:cNvSpPr>
            <a:spLocks noGrp="1" noChangeAspect="1"/>
          </p:cNvSpPr>
          <p:nvPr>
            <p:ph type="pic" idx="22"/>
          </p:nvPr>
        </p:nvSpPr>
        <p:spPr>
          <a:xfrm>
            <a:off x="6056774" y="1450824"/>
            <a:ext cx="2319276" cy="1205471"/>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lt-LT"/>
              <a:t>Spustelėkite piktogramą norėdami įtraukti paveikslėlį</a:t>
            </a:r>
            <a:endParaRPr lang="en-US" dirty="0"/>
          </a:p>
        </p:txBody>
      </p:sp>
      <p:sp>
        <p:nvSpPr>
          <p:cNvPr id="27" name="Text Placeholder 3"/>
          <p:cNvSpPr>
            <a:spLocks noGrp="1"/>
          </p:cNvSpPr>
          <p:nvPr>
            <p:ph type="body" sz="half" idx="20"/>
          </p:nvPr>
        </p:nvSpPr>
        <p:spPr>
          <a:xfrm>
            <a:off x="5974929" y="3360274"/>
            <a:ext cx="2475738" cy="983126"/>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lt-LT"/>
              <a:t>Spustelėkite, kad galėtumėte redaguoti šablono teksto stilius</a:t>
            </a:r>
          </a:p>
        </p:txBody>
      </p:sp>
      <p:sp>
        <p:nvSpPr>
          <p:cNvPr id="3" name="Date Placeholder 2"/>
          <p:cNvSpPr>
            <a:spLocks noGrp="1"/>
          </p:cNvSpPr>
          <p:nvPr>
            <p:ph type="dt" sz="half" idx="10"/>
          </p:nvPr>
        </p:nvSpPr>
        <p:spPr/>
        <p:txBody>
          <a:bodyPr/>
          <a:lstStyle/>
          <a:p>
            <a:fld id="{C0AE65DE-FF04-4A4E-B91B-D564738CF58B}" type="datetimeFigureOut">
              <a:rPr lang="lt-LT" smtClean="0"/>
              <a:t>2026-02-17</a:t>
            </a:fld>
            <a:endParaRPr lang="lt-LT"/>
          </a:p>
        </p:txBody>
      </p:sp>
      <p:sp>
        <p:nvSpPr>
          <p:cNvPr id="4" name="Footer Placeholder 3"/>
          <p:cNvSpPr>
            <a:spLocks noGrp="1"/>
          </p:cNvSpPr>
          <p:nvPr>
            <p:ph type="ftr" sz="quarter" idx="11"/>
          </p:nvPr>
        </p:nvSpPr>
        <p:spPr/>
        <p:txBody>
          <a:bodyPr/>
          <a:lstStyle/>
          <a:p>
            <a:endParaRPr lang="lt-LT"/>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2953228174"/>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Pavadinimas ir vertikalus teksta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lt-LT"/>
              <a:t>Spustelėję redaguokite stilių</a:t>
            </a:r>
            <a:endParaRPr lang="en-US" dirty="0"/>
          </a:p>
        </p:txBody>
      </p:sp>
      <p:sp>
        <p:nvSpPr>
          <p:cNvPr id="3" name="Vertical Text Placeholder 2"/>
          <p:cNvSpPr>
            <a:spLocks noGrp="1"/>
          </p:cNvSpPr>
          <p:nvPr>
            <p:ph type="body" orient="vert" idx="1"/>
          </p:nvPr>
        </p:nvSpPr>
        <p:spPr/>
        <p:txBody>
          <a:bodyPr vert="eaVert" anchor="t"/>
          <a:lstStyle/>
          <a:p>
            <a:pPr lvl="0"/>
            <a:r>
              <a:rPr lang="lt-LT"/>
              <a:t>Spustelėkite, kad galėtumėte redaguoti šablono teksto stilius</a:t>
            </a:r>
          </a:p>
          <a:p>
            <a:pPr lvl="1"/>
            <a:r>
              <a:rPr lang="lt-LT"/>
              <a:t>Antras lygis</a:t>
            </a:r>
          </a:p>
          <a:p>
            <a:pPr lvl="2"/>
            <a:r>
              <a:rPr lang="lt-LT"/>
              <a:t>Trečias lygis</a:t>
            </a:r>
          </a:p>
          <a:p>
            <a:pPr lvl="3"/>
            <a:r>
              <a:rPr lang="lt-LT"/>
              <a:t>Ketvirtas lygis</a:t>
            </a:r>
          </a:p>
          <a:p>
            <a:pPr lvl="4"/>
            <a:r>
              <a:rPr lang="lt-LT"/>
              <a:t>Penktas lygis</a:t>
            </a:r>
            <a:endParaRPr lang="en-US" dirty="0"/>
          </a:p>
        </p:txBody>
      </p:sp>
      <p:sp>
        <p:nvSpPr>
          <p:cNvPr id="4" name="Date Placeholder 3"/>
          <p:cNvSpPr>
            <a:spLocks noGrp="1"/>
          </p:cNvSpPr>
          <p:nvPr>
            <p:ph type="dt" sz="half" idx="10"/>
          </p:nvPr>
        </p:nvSpPr>
        <p:spPr/>
        <p:txBody>
          <a:bodyPr/>
          <a:lstStyle/>
          <a:p>
            <a:fld id="{C0AE65DE-FF04-4A4E-B91B-D564738CF58B}" type="datetimeFigureOut">
              <a:rPr lang="lt-LT" smtClean="0"/>
              <a:t>2026-02-17</a:t>
            </a:fld>
            <a:endParaRPr lang="lt-LT"/>
          </a:p>
        </p:txBody>
      </p:sp>
      <p:sp>
        <p:nvSpPr>
          <p:cNvPr id="5" name="Footer Placeholder 4"/>
          <p:cNvSpPr>
            <a:spLocks noGrp="1"/>
          </p:cNvSpPr>
          <p:nvPr>
            <p:ph type="ftr" sz="quarter" idx="11"/>
          </p:nvPr>
        </p:nvSpPr>
        <p:spPr/>
        <p:txBody>
          <a:bodyPr/>
          <a:lstStyle/>
          <a:p>
            <a:endParaRPr lang="lt-L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147007329"/>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kalus pavadinimas ir tekstas">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37302" y="457200"/>
            <a:ext cx="1713365" cy="3886201"/>
          </a:xfrm>
        </p:spPr>
        <p:txBody>
          <a:bodyPr vert="eaVert"/>
          <a:lstStyle>
            <a:lvl1pPr algn="l">
              <a:defRPr/>
            </a:lvl1pPr>
          </a:lstStyle>
          <a:p>
            <a:r>
              <a:rPr lang="lt-LT"/>
              <a:t>Spustelėję redaguokite stilių</a:t>
            </a:r>
            <a:endParaRPr lang="en-US" dirty="0"/>
          </a:p>
        </p:txBody>
      </p:sp>
      <p:sp>
        <p:nvSpPr>
          <p:cNvPr id="3" name="Vertical Text Placeholder 2"/>
          <p:cNvSpPr>
            <a:spLocks noGrp="1"/>
          </p:cNvSpPr>
          <p:nvPr>
            <p:ph type="body" orient="vert" idx="1"/>
          </p:nvPr>
        </p:nvSpPr>
        <p:spPr>
          <a:xfrm>
            <a:off x="685347" y="457200"/>
            <a:ext cx="5937654" cy="3886201"/>
          </a:xfrm>
        </p:spPr>
        <p:txBody>
          <a:bodyPr vert="eaVert" anchor="t"/>
          <a:lstStyle/>
          <a:p>
            <a:pPr lvl="0"/>
            <a:r>
              <a:rPr lang="lt-LT"/>
              <a:t>Spustelėkite, kad galėtumėte redaguoti šablono teksto stilius</a:t>
            </a:r>
          </a:p>
          <a:p>
            <a:pPr lvl="1"/>
            <a:r>
              <a:rPr lang="lt-LT"/>
              <a:t>Antras lygis</a:t>
            </a:r>
          </a:p>
          <a:p>
            <a:pPr lvl="2"/>
            <a:r>
              <a:rPr lang="lt-LT"/>
              <a:t>Trečias lygis</a:t>
            </a:r>
          </a:p>
          <a:p>
            <a:pPr lvl="3"/>
            <a:r>
              <a:rPr lang="lt-LT"/>
              <a:t>Ketvirtas lygis</a:t>
            </a:r>
          </a:p>
          <a:p>
            <a:pPr lvl="4"/>
            <a:r>
              <a:rPr lang="lt-LT"/>
              <a:t>Penktas lygis</a:t>
            </a:r>
            <a:endParaRPr lang="en-US" dirty="0"/>
          </a:p>
        </p:txBody>
      </p:sp>
      <p:sp>
        <p:nvSpPr>
          <p:cNvPr id="4" name="Date Placeholder 3"/>
          <p:cNvSpPr>
            <a:spLocks noGrp="1"/>
          </p:cNvSpPr>
          <p:nvPr>
            <p:ph type="dt" sz="half" idx="10"/>
          </p:nvPr>
        </p:nvSpPr>
        <p:spPr/>
        <p:txBody>
          <a:bodyPr/>
          <a:lstStyle/>
          <a:p>
            <a:fld id="{C0AE65DE-FF04-4A4E-B91B-D564738CF58B}" type="datetimeFigureOut">
              <a:rPr lang="lt-LT" smtClean="0"/>
              <a:t>2026-02-17</a:t>
            </a:fld>
            <a:endParaRPr lang="lt-LT"/>
          </a:p>
        </p:txBody>
      </p:sp>
      <p:sp>
        <p:nvSpPr>
          <p:cNvPr id="5" name="Footer Placeholder 4"/>
          <p:cNvSpPr>
            <a:spLocks noGrp="1"/>
          </p:cNvSpPr>
          <p:nvPr>
            <p:ph type="ftr" sz="quarter" idx="11"/>
          </p:nvPr>
        </p:nvSpPr>
        <p:spPr/>
        <p:txBody>
          <a:bodyPr/>
          <a:lstStyle/>
          <a:p>
            <a:endParaRPr lang="lt-L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4135565555"/>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9"/>
        <p:cNvGrpSpPr/>
        <p:nvPr/>
      </p:nvGrpSpPr>
      <p:grpSpPr>
        <a:xfrm>
          <a:off x="0" y="0"/>
          <a:ext cx="0" cy="0"/>
          <a:chOff x="0" y="0"/>
          <a:chExt cx="0" cy="0"/>
        </a:xfrm>
      </p:grpSpPr>
      <p:sp>
        <p:nvSpPr>
          <p:cNvPr id="39" name="Google Shape;39;p3"/>
          <p:cNvSpPr txBox="1">
            <a:spLocks noGrp="1"/>
          </p:cNvSpPr>
          <p:nvPr>
            <p:ph type="title"/>
          </p:nvPr>
        </p:nvSpPr>
        <p:spPr>
          <a:xfrm>
            <a:off x="823850" y="2053000"/>
            <a:ext cx="4587000" cy="11487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0" name="Google Shape;40;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32087654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346" y="457200"/>
            <a:ext cx="7765322" cy="727838"/>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lt-LT"/>
              <a:t>Spustelėję redaguokite stilių</a:t>
            </a:r>
            <a:endParaRPr lang="en-US" dirty="0"/>
          </a:p>
        </p:txBody>
      </p:sp>
      <p:sp>
        <p:nvSpPr>
          <p:cNvPr id="3" name="Text Placeholder 2"/>
          <p:cNvSpPr>
            <a:spLocks noGrp="1"/>
          </p:cNvSpPr>
          <p:nvPr>
            <p:ph type="body" idx="1"/>
          </p:nvPr>
        </p:nvSpPr>
        <p:spPr>
          <a:xfrm>
            <a:off x="685346" y="1299337"/>
            <a:ext cx="7765322" cy="3044063"/>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lt-LT"/>
              <a:t>Spustelėkite, kad galėtumėte redaguoti šablono teksto stilius</a:t>
            </a:r>
          </a:p>
          <a:p>
            <a:pPr lvl="1"/>
            <a:r>
              <a:rPr lang="lt-LT"/>
              <a:t>Antras lygis</a:t>
            </a:r>
          </a:p>
          <a:p>
            <a:pPr lvl="2"/>
            <a:r>
              <a:rPr lang="lt-LT"/>
              <a:t>Trečias lygis</a:t>
            </a:r>
          </a:p>
          <a:p>
            <a:pPr lvl="3"/>
            <a:r>
              <a:rPr lang="lt-LT"/>
              <a:t>Ketvirtas lygis</a:t>
            </a:r>
          </a:p>
          <a:p>
            <a:pPr lvl="4"/>
            <a:r>
              <a:rPr lang="lt-LT"/>
              <a:t>Penktas lygis</a:t>
            </a:r>
            <a:endParaRPr lang="en-US" dirty="0"/>
          </a:p>
        </p:txBody>
      </p:sp>
      <p:sp>
        <p:nvSpPr>
          <p:cNvPr id="4" name="Date Placeholder 3"/>
          <p:cNvSpPr>
            <a:spLocks noGrp="1"/>
          </p:cNvSpPr>
          <p:nvPr>
            <p:ph type="dt" sz="half" idx="2"/>
          </p:nvPr>
        </p:nvSpPr>
        <p:spPr>
          <a:xfrm>
            <a:off x="5759052" y="4412457"/>
            <a:ext cx="2057400" cy="273844"/>
          </a:xfrm>
          <a:prstGeom prst="rect">
            <a:avLst/>
          </a:prstGeom>
        </p:spPr>
        <p:txBody>
          <a:bodyPr vert="horz" lIns="91440" tIns="45720" rIns="91440" bIns="45720" rtlCol="0" anchor="ctr"/>
          <a:lstStyle>
            <a:lvl1pPr algn="r">
              <a:defRPr sz="750">
                <a:solidFill>
                  <a:schemeClr val="tx1">
                    <a:lumMod val="95000"/>
                  </a:schemeClr>
                </a:solidFill>
                <a:effectLst>
                  <a:outerShdw blurRad="50800" dist="38100" dir="2700000" algn="tl" rotWithShape="0">
                    <a:schemeClr val="bg1">
                      <a:alpha val="43000"/>
                    </a:schemeClr>
                  </a:outerShdw>
                </a:effectLst>
              </a:defRPr>
            </a:lvl1pPr>
          </a:lstStyle>
          <a:p>
            <a:fld id="{C0AE65DE-FF04-4A4E-B91B-D564738CF58B}" type="datetimeFigureOut">
              <a:rPr lang="lt-LT" smtClean="0"/>
              <a:t>2026-02-17</a:t>
            </a:fld>
            <a:endParaRPr lang="lt-LT"/>
          </a:p>
        </p:txBody>
      </p:sp>
      <p:sp>
        <p:nvSpPr>
          <p:cNvPr id="5" name="Footer Placeholder 4"/>
          <p:cNvSpPr>
            <a:spLocks noGrp="1"/>
          </p:cNvSpPr>
          <p:nvPr>
            <p:ph type="ftr" sz="quarter" idx="3"/>
          </p:nvPr>
        </p:nvSpPr>
        <p:spPr>
          <a:xfrm>
            <a:off x="685347" y="4412457"/>
            <a:ext cx="5004649" cy="273844"/>
          </a:xfrm>
          <a:prstGeom prst="rect">
            <a:avLst/>
          </a:prstGeom>
        </p:spPr>
        <p:txBody>
          <a:bodyPr vert="horz" lIns="91440" tIns="45720" rIns="91440" bIns="45720" rtlCol="0" anchor="ctr"/>
          <a:lstStyle>
            <a:lvl1pPr algn="l">
              <a:defRPr sz="750">
                <a:solidFill>
                  <a:schemeClr val="tx1">
                    <a:lumMod val="95000"/>
                  </a:schemeClr>
                </a:solidFill>
                <a:effectLst>
                  <a:outerShdw blurRad="50800" dist="38100" dir="2700000" algn="tl" rotWithShape="0">
                    <a:schemeClr val="bg1">
                      <a:alpha val="43000"/>
                    </a:schemeClr>
                  </a:outerShdw>
                </a:effectLst>
              </a:defRPr>
            </a:lvl1pPr>
          </a:lstStyle>
          <a:p>
            <a:endParaRPr lang="lt-LT"/>
          </a:p>
        </p:txBody>
      </p:sp>
      <p:sp>
        <p:nvSpPr>
          <p:cNvPr id="6" name="Slide Number Placeholder 5"/>
          <p:cNvSpPr>
            <a:spLocks noGrp="1"/>
          </p:cNvSpPr>
          <p:nvPr>
            <p:ph type="sldNum" sz="quarter" idx="4"/>
          </p:nvPr>
        </p:nvSpPr>
        <p:spPr>
          <a:xfrm>
            <a:off x="7885509" y="4412457"/>
            <a:ext cx="565159" cy="273844"/>
          </a:xfrm>
          <a:prstGeom prst="rect">
            <a:avLst/>
          </a:prstGeom>
        </p:spPr>
        <p:txBody>
          <a:bodyPr vert="horz" lIns="91440" tIns="45720" rIns="91440" bIns="45720" rtlCol="0" anchor="ctr"/>
          <a:lstStyle>
            <a:lvl1pPr algn="r">
              <a:defRPr sz="750">
                <a:solidFill>
                  <a:schemeClr val="tx1">
                    <a:lumMod val="95000"/>
                  </a:schemeClr>
                </a:solidFill>
                <a:effectLst>
                  <a:outerShdw blurRad="50800" dist="38100" dir="2700000" algn="tl" rotWithShape="0">
                    <a:schemeClr val="bg1">
                      <a:alpha val="43000"/>
                    </a:schemeClr>
                  </a:outerShdw>
                </a:effectLst>
              </a:defRPr>
            </a:lvl1p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1168627928"/>
      </p:ext>
    </p:extLst>
  </p:cSld>
  <p:clrMap bg1="dk1" tx1="lt1" bg2="dk2" tx2="lt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4" r:id="rId12"/>
    <p:sldLayoutId id="2147483735" r:id="rId13"/>
    <p:sldLayoutId id="2147483736" r:id="rId14"/>
    <p:sldLayoutId id="2147483737" r:id="rId15"/>
    <p:sldLayoutId id="2147483738" r:id="rId16"/>
    <p:sldLayoutId id="2147483739" r:id="rId17"/>
    <p:sldLayoutId id="2147483740" r:id="rId18"/>
  </p:sldLayoutIdLst>
  <p:hf sldNum="0" hdr="0" ftr="0" dt="0"/>
  <p:txStyles>
    <p:titleStyle>
      <a:lvl1pPr algn="ctr" defTabSz="342900" rtl="0" eaLnBrk="1" latinLnBrk="0" hangingPunct="1">
        <a:spcBef>
          <a:spcPct val="0"/>
        </a:spcBef>
        <a:buNone/>
        <a:defRPr sz="3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29500" algn="l" defTabSz="342900" rtl="0" eaLnBrk="1" latinLnBrk="0" hangingPunct="1">
        <a:spcBef>
          <a:spcPct val="20000"/>
        </a:spcBef>
        <a:spcAft>
          <a:spcPts val="45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540000" indent="-202500" algn="l" defTabSz="342900" rtl="0" eaLnBrk="1" latinLnBrk="0" hangingPunct="1">
        <a:spcBef>
          <a:spcPct val="20000"/>
        </a:spcBef>
        <a:spcAft>
          <a:spcPts val="450"/>
        </a:spcAft>
        <a:buClr>
          <a:schemeClr val="tx2"/>
        </a:buClr>
        <a:buSzPct val="70000"/>
        <a:buFont typeface="Wingdings 2" charset="2"/>
        <a:buChar char=""/>
        <a:defRPr sz="135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769500" indent="-162000" algn="l" defTabSz="342900" rtl="0" eaLnBrk="1" latinLnBrk="0" hangingPunct="1">
        <a:spcBef>
          <a:spcPct val="20000"/>
        </a:spcBef>
        <a:spcAft>
          <a:spcPts val="450"/>
        </a:spcAft>
        <a:buClr>
          <a:schemeClr val="tx2"/>
        </a:buClr>
        <a:buSzPct val="70000"/>
        <a:buFont typeface="Wingdings 2" charset="2"/>
        <a:buChar char=""/>
        <a:defRPr sz="12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039500" indent="-162000" algn="l" defTabSz="342900" rtl="0" eaLnBrk="1" latinLnBrk="0" hangingPunct="1">
        <a:spcBef>
          <a:spcPct val="20000"/>
        </a:spcBef>
        <a:spcAft>
          <a:spcPts val="450"/>
        </a:spcAft>
        <a:buClr>
          <a:schemeClr val="tx2"/>
        </a:buClr>
        <a:buSzPct val="70000"/>
        <a:buFont typeface="Wingdings 2" charset="2"/>
        <a:buChar char=""/>
        <a:defRPr sz="105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255500" indent="-162000" algn="l" defTabSz="342900" rtl="0" eaLnBrk="1" latinLnBrk="0" hangingPunct="1">
        <a:spcBef>
          <a:spcPct val="20000"/>
        </a:spcBef>
        <a:spcAft>
          <a:spcPts val="450"/>
        </a:spcAft>
        <a:buClr>
          <a:schemeClr val="tx2"/>
        </a:buClr>
        <a:buSzPct val="70000"/>
        <a:buFont typeface="Wingdings 2" charset="2"/>
        <a:buChar char=""/>
        <a:defRPr sz="105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1510950" indent="-171450" algn="l" defTabSz="342900" rtl="0" eaLnBrk="1" latinLnBrk="0" hangingPunct="1">
        <a:spcBef>
          <a:spcPct val="20000"/>
        </a:spcBef>
        <a:spcAft>
          <a:spcPts val="450"/>
        </a:spcAft>
        <a:buClr>
          <a:schemeClr val="tx2"/>
        </a:buClr>
        <a:buSzPct val="70000"/>
        <a:buFont typeface="Wingdings 2" charset="2"/>
        <a:buChar char=""/>
        <a:defRPr sz="105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1801350" indent="-171450" algn="l" defTabSz="342900" rtl="0" eaLnBrk="1" latinLnBrk="0" hangingPunct="1">
        <a:spcBef>
          <a:spcPct val="20000"/>
        </a:spcBef>
        <a:spcAft>
          <a:spcPts val="450"/>
        </a:spcAft>
        <a:buClr>
          <a:schemeClr val="tx2"/>
        </a:buClr>
        <a:buSzPct val="70000"/>
        <a:buFont typeface="Wingdings 2" charset="2"/>
        <a:buChar char=""/>
        <a:defRPr sz="105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091750" indent="-171450" algn="l" defTabSz="342900" rtl="0" eaLnBrk="1" latinLnBrk="0" hangingPunct="1">
        <a:spcBef>
          <a:spcPct val="20000"/>
        </a:spcBef>
        <a:spcAft>
          <a:spcPts val="450"/>
        </a:spcAft>
        <a:buClr>
          <a:schemeClr val="tx2"/>
        </a:buClr>
        <a:buSzPct val="70000"/>
        <a:buFont typeface="Wingdings 2" charset="2"/>
        <a:buChar char=""/>
        <a:defRPr sz="105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2329650" indent="-171450" algn="l" defTabSz="342900" rtl="0" eaLnBrk="1" latinLnBrk="0" hangingPunct="1">
        <a:spcBef>
          <a:spcPct val="20000"/>
        </a:spcBef>
        <a:spcAft>
          <a:spcPts val="450"/>
        </a:spcAft>
        <a:buClr>
          <a:schemeClr val="tx2"/>
        </a:buClr>
        <a:buSzPct val="70000"/>
        <a:buFont typeface="Wingdings 2" charset="2"/>
        <a:buChar char=""/>
        <a:defRPr sz="105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3"/>
          <p:cNvSpPr txBox="1"/>
          <p:nvPr/>
        </p:nvSpPr>
        <p:spPr>
          <a:xfrm>
            <a:off x="537175" y="362600"/>
            <a:ext cx="8299500" cy="2678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800" u="sng" dirty="0">
                <a:solidFill>
                  <a:schemeClr val="accent2"/>
                </a:solidFill>
              </a:rPr>
              <a:t>What are Types of Data in Statistics?</a:t>
            </a:r>
            <a:endParaRPr sz="1800" u="sng" dirty="0">
              <a:solidFill>
                <a:schemeClr val="accent2"/>
              </a:solidFill>
            </a:endParaRPr>
          </a:p>
          <a:p>
            <a:pPr marL="0" lvl="0" indent="0" algn="l" rtl="0">
              <a:spcBef>
                <a:spcPts val="0"/>
              </a:spcBef>
              <a:spcAft>
                <a:spcPts val="0"/>
              </a:spcAft>
              <a:buNone/>
            </a:pPr>
            <a:endParaRPr sz="1800" u="sng" dirty="0">
              <a:solidFill>
                <a:schemeClr val="accent2"/>
              </a:solidFill>
            </a:endParaRPr>
          </a:p>
          <a:p>
            <a:pPr marL="0" lvl="0" indent="0" algn="l" rtl="0">
              <a:spcBef>
                <a:spcPts val="0"/>
              </a:spcBef>
              <a:spcAft>
                <a:spcPts val="0"/>
              </a:spcAft>
              <a:buNone/>
            </a:pPr>
            <a:r>
              <a:rPr lang="en-GB" dirty="0">
                <a:solidFill>
                  <a:schemeClr val="lt1"/>
                </a:solidFill>
              </a:rPr>
              <a:t>The data is classified into majorly four categories:</a:t>
            </a:r>
            <a:endParaRPr dirty="0">
              <a:solidFill>
                <a:schemeClr val="lt1"/>
              </a:solidFill>
            </a:endParaRPr>
          </a:p>
          <a:p>
            <a:pPr marL="0" lvl="0" indent="0" algn="l" rtl="0">
              <a:spcBef>
                <a:spcPts val="0"/>
              </a:spcBef>
              <a:spcAft>
                <a:spcPts val="0"/>
              </a:spcAft>
              <a:buNone/>
            </a:pPr>
            <a:endParaRPr dirty="0">
              <a:solidFill>
                <a:schemeClr val="lt1"/>
              </a:solidFill>
            </a:endParaRPr>
          </a:p>
          <a:p>
            <a:pPr marL="457200" lvl="0" indent="-317500" algn="l" rtl="0">
              <a:spcBef>
                <a:spcPts val="0"/>
              </a:spcBef>
              <a:spcAft>
                <a:spcPts val="0"/>
              </a:spcAft>
              <a:buClr>
                <a:schemeClr val="lt1"/>
              </a:buClr>
              <a:buSzPts val="1400"/>
              <a:buChar char="●"/>
            </a:pPr>
            <a:r>
              <a:rPr lang="en-GB" dirty="0">
                <a:solidFill>
                  <a:schemeClr val="lt1"/>
                </a:solidFill>
              </a:rPr>
              <a:t>Nominal data</a:t>
            </a:r>
            <a:endParaRPr dirty="0">
              <a:solidFill>
                <a:schemeClr val="lt1"/>
              </a:solidFill>
            </a:endParaRPr>
          </a:p>
          <a:p>
            <a:pPr marL="457200" lvl="0" indent="-317500" algn="l" rtl="0">
              <a:spcBef>
                <a:spcPts val="0"/>
              </a:spcBef>
              <a:spcAft>
                <a:spcPts val="0"/>
              </a:spcAft>
              <a:buClr>
                <a:schemeClr val="lt1"/>
              </a:buClr>
              <a:buSzPts val="1400"/>
              <a:buChar char="●"/>
            </a:pPr>
            <a:r>
              <a:rPr lang="en-GB" dirty="0">
                <a:solidFill>
                  <a:schemeClr val="lt1"/>
                </a:solidFill>
              </a:rPr>
              <a:t>Ordinal data</a:t>
            </a:r>
            <a:endParaRPr dirty="0">
              <a:solidFill>
                <a:schemeClr val="lt1"/>
              </a:solidFill>
            </a:endParaRPr>
          </a:p>
          <a:p>
            <a:pPr marL="457200" lvl="0" indent="-317500" algn="l" rtl="0">
              <a:spcBef>
                <a:spcPts val="0"/>
              </a:spcBef>
              <a:spcAft>
                <a:spcPts val="0"/>
              </a:spcAft>
              <a:buClr>
                <a:schemeClr val="lt1"/>
              </a:buClr>
              <a:buSzPts val="1400"/>
              <a:buChar char="●"/>
            </a:pPr>
            <a:r>
              <a:rPr lang="en-GB" dirty="0">
                <a:solidFill>
                  <a:schemeClr val="lt1"/>
                </a:solidFill>
              </a:rPr>
              <a:t>Discrete data</a:t>
            </a:r>
            <a:endParaRPr dirty="0">
              <a:solidFill>
                <a:schemeClr val="lt1"/>
              </a:solidFill>
            </a:endParaRPr>
          </a:p>
          <a:p>
            <a:pPr marL="457200" lvl="0" indent="-317500" algn="l" rtl="0">
              <a:spcBef>
                <a:spcPts val="0"/>
              </a:spcBef>
              <a:spcAft>
                <a:spcPts val="0"/>
              </a:spcAft>
              <a:buClr>
                <a:schemeClr val="lt1"/>
              </a:buClr>
              <a:buSzPts val="1400"/>
              <a:buChar char="●"/>
            </a:pPr>
            <a:r>
              <a:rPr lang="en-GB" dirty="0">
                <a:solidFill>
                  <a:schemeClr val="lt1"/>
                </a:solidFill>
              </a:rPr>
              <a:t>Continuous data</a:t>
            </a:r>
            <a:endParaRPr dirty="0">
              <a:solidFill>
                <a:schemeClr val="lt1"/>
              </a:solidFill>
            </a:endParaRPr>
          </a:p>
          <a:p>
            <a:pPr marL="0" lvl="0" indent="0" algn="l" rtl="0">
              <a:spcBef>
                <a:spcPts val="0"/>
              </a:spcBef>
              <a:spcAft>
                <a:spcPts val="0"/>
              </a:spcAft>
              <a:buNone/>
            </a:pPr>
            <a:endParaRPr dirty="0">
              <a:solidFill>
                <a:schemeClr val="lt1"/>
              </a:solidFill>
            </a:endParaRPr>
          </a:p>
          <a:p>
            <a:pPr marL="0" lvl="0" indent="0" algn="l" rtl="0">
              <a:spcBef>
                <a:spcPts val="0"/>
              </a:spcBef>
              <a:spcAft>
                <a:spcPts val="0"/>
              </a:spcAft>
              <a:buNone/>
            </a:pPr>
            <a:endParaRPr dirty="0">
              <a:solidFill>
                <a:schemeClr val="lt1"/>
              </a:solidFill>
            </a:endParaRPr>
          </a:p>
          <a:p>
            <a:pPr marL="0" lvl="0" indent="0" algn="l" rtl="0">
              <a:spcBef>
                <a:spcPts val="0"/>
              </a:spcBef>
              <a:spcAft>
                <a:spcPts val="0"/>
              </a:spcAft>
              <a:buNone/>
            </a:pPr>
            <a:endParaRPr dirty="0">
              <a:solidFill>
                <a:schemeClr val="lt1"/>
              </a:solidFill>
            </a:endParaRPr>
          </a:p>
        </p:txBody>
      </p:sp>
      <p:pic>
        <p:nvPicPr>
          <p:cNvPr id="135" name="Google Shape;135;p13"/>
          <p:cNvPicPr preferRelativeResize="0"/>
          <p:nvPr/>
        </p:nvPicPr>
        <p:blipFill>
          <a:blip r:embed="rId3">
            <a:alphaModFix/>
          </a:blip>
          <a:stretch>
            <a:fillRect/>
          </a:stretch>
        </p:blipFill>
        <p:spPr>
          <a:xfrm>
            <a:off x="1031275" y="2688900"/>
            <a:ext cx="5431400" cy="22841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4"/>
          <p:cNvSpPr txBox="1"/>
          <p:nvPr/>
        </p:nvSpPr>
        <p:spPr>
          <a:xfrm>
            <a:off x="399684" y="0"/>
            <a:ext cx="8112600" cy="3848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u="sng" dirty="0">
                <a:solidFill>
                  <a:schemeClr val="accent2"/>
                </a:solidFill>
              </a:rPr>
              <a:t>Measures of Central Tendency:</a:t>
            </a:r>
            <a:endParaRPr u="sng" dirty="0">
              <a:solidFill>
                <a:schemeClr val="accent2"/>
              </a:solidFill>
            </a:endParaRPr>
          </a:p>
          <a:p>
            <a:pPr marL="0" lvl="0" indent="0" algn="l" rtl="0">
              <a:spcBef>
                <a:spcPts val="0"/>
              </a:spcBef>
              <a:spcAft>
                <a:spcPts val="0"/>
              </a:spcAft>
              <a:buNone/>
            </a:pPr>
            <a:endParaRPr u="sng" dirty="0">
              <a:solidFill>
                <a:schemeClr val="accent2"/>
              </a:solidFill>
            </a:endParaRPr>
          </a:p>
          <a:p>
            <a:pPr marL="0" lvl="0" indent="0" algn="l" rtl="0">
              <a:spcBef>
                <a:spcPts val="0"/>
              </a:spcBef>
              <a:spcAft>
                <a:spcPts val="0"/>
              </a:spcAft>
              <a:buNone/>
            </a:pPr>
            <a:r>
              <a:rPr lang="en-GB" dirty="0">
                <a:solidFill>
                  <a:schemeClr val="lt1"/>
                </a:solidFill>
              </a:rPr>
              <a:t>The central tendency of the dataset can be found out using the three important measures namely mean, median and mode.</a:t>
            </a:r>
            <a:endParaRPr dirty="0">
              <a:solidFill>
                <a:schemeClr val="lt1"/>
              </a:solidFill>
            </a:endParaRPr>
          </a:p>
          <a:p>
            <a:pPr marL="0" lvl="0" indent="0" algn="l" rtl="0">
              <a:spcBef>
                <a:spcPts val="0"/>
              </a:spcBef>
              <a:spcAft>
                <a:spcPts val="0"/>
              </a:spcAft>
              <a:buNone/>
            </a:pPr>
            <a:endParaRPr dirty="0">
              <a:solidFill>
                <a:schemeClr val="lt1"/>
              </a:solidFill>
            </a:endParaRPr>
          </a:p>
          <a:p>
            <a:pPr marL="0" lvl="0" indent="0" algn="l" rtl="0">
              <a:spcBef>
                <a:spcPts val="0"/>
              </a:spcBef>
              <a:spcAft>
                <a:spcPts val="0"/>
              </a:spcAft>
              <a:buNone/>
            </a:pPr>
            <a:r>
              <a:rPr lang="en-GB" dirty="0">
                <a:solidFill>
                  <a:schemeClr val="accent2"/>
                </a:solidFill>
              </a:rPr>
              <a:t>Mean</a:t>
            </a:r>
            <a:endParaRPr dirty="0">
              <a:solidFill>
                <a:schemeClr val="accent2"/>
              </a:solidFill>
            </a:endParaRPr>
          </a:p>
          <a:p>
            <a:pPr marL="0" lvl="0" indent="0" algn="l" rtl="0">
              <a:spcBef>
                <a:spcPts val="0"/>
              </a:spcBef>
              <a:spcAft>
                <a:spcPts val="0"/>
              </a:spcAft>
              <a:buNone/>
            </a:pPr>
            <a:r>
              <a:rPr lang="en-GB" dirty="0">
                <a:solidFill>
                  <a:schemeClr val="lt1"/>
                </a:solidFill>
              </a:rPr>
              <a:t>The mean represents the average value of the dataset. It can be calculated as the sum of all the values in the dataset divided by the number of values. In general, it is considered as the arithmetic mean. Some other measures of mean used to find the central tendency are as follows:</a:t>
            </a:r>
            <a:endParaRPr dirty="0">
              <a:solidFill>
                <a:schemeClr val="lt1"/>
              </a:solidFill>
            </a:endParaRPr>
          </a:p>
          <a:p>
            <a:pPr marL="0" lvl="0" indent="0" algn="l" rtl="0">
              <a:spcBef>
                <a:spcPts val="0"/>
              </a:spcBef>
              <a:spcAft>
                <a:spcPts val="0"/>
              </a:spcAft>
              <a:buNone/>
            </a:pPr>
            <a:endParaRPr dirty="0">
              <a:solidFill>
                <a:schemeClr val="lt1"/>
              </a:solidFill>
            </a:endParaRPr>
          </a:p>
          <a:p>
            <a:pPr marL="457200" lvl="0" indent="-317500" algn="l" rtl="0">
              <a:spcBef>
                <a:spcPts val="0"/>
              </a:spcBef>
              <a:spcAft>
                <a:spcPts val="0"/>
              </a:spcAft>
              <a:buClr>
                <a:schemeClr val="lt1"/>
              </a:buClr>
              <a:buSzPts val="1400"/>
              <a:buChar char="●"/>
            </a:pPr>
            <a:r>
              <a:rPr lang="en-GB" dirty="0">
                <a:solidFill>
                  <a:schemeClr val="lt1"/>
                </a:solidFill>
              </a:rPr>
              <a:t>Geometric Mean</a:t>
            </a:r>
            <a:endParaRPr dirty="0">
              <a:solidFill>
                <a:schemeClr val="lt1"/>
              </a:solidFill>
            </a:endParaRPr>
          </a:p>
          <a:p>
            <a:pPr marL="457200" lvl="0" indent="-317500" algn="l" rtl="0">
              <a:spcBef>
                <a:spcPts val="0"/>
              </a:spcBef>
              <a:spcAft>
                <a:spcPts val="0"/>
              </a:spcAft>
              <a:buClr>
                <a:schemeClr val="lt1"/>
              </a:buClr>
              <a:buSzPts val="1400"/>
              <a:buChar char="●"/>
            </a:pPr>
            <a:r>
              <a:rPr lang="en-GB" dirty="0">
                <a:solidFill>
                  <a:schemeClr val="lt1"/>
                </a:solidFill>
              </a:rPr>
              <a:t>Harmonic Mean</a:t>
            </a:r>
            <a:endParaRPr dirty="0">
              <a:solidFill>
                <a:schemeClr val="lt1"/>
              </a:solidFill>
            </a:endParaRPr>
          </a:p>
          <a:p>
            <a:pPr marL="457200" lvl="0" indent="-317500" algn="l" rtl="0">
              <a:spcBef>
                <a:spcPts val="0"/>
              </a:spcBef>
              <a:spcAft>
                <a:spcPts val="0"/>
              </a:spcAft>
              <a:buClr>
                <a:schemeClr val="lt1"/>
              </a:buClr>
              <a:buSzPts val="1400"/>
              <a:buChar char="●"/>
            </a:pPr>
            <a:r>
              <a:rPr lang="en-GB" dirty="0">
                <a:solidFill>
                  <a:schemeClr val="lt1"/>
                </a:solidFill>
              </a:rPr>
              <a:t>Weighted Mean</a:t>
            </a:r>
            <a:endParaRPr dirty="0">
              <a:solidFill>
                <a:schemeClr val="lt1"/>
              </a:solidFill>
            </a:endParaRPr>
          </a:p>
          <a:p>
            <a:pPr marL="457200" lvl="0" indent="0" algn="l" rtl="0">
              <a:spcBef>
                <a:spcPts val="0"/>
              </a:spcBef>
              <a:spcAft>
                <a:spcPts val="0"/>
              </a:spcAft>
              <a:buNone/>
            </a:pPr>
            <a:endParaRPr dirty="0">
              <a:solidFill>
                <a:schemeClr val="lt1"/>
              </a:solidFill>
            </a:endParaRPr>
          </a:p>
          <a:p>
            <a:pPr marL="0" lvl="0" indent="0" algn="l" rtl="0">
              <a:spcBef>
                <a:spcPts val="0"/>
              </a:spcBef>
              <a:spcAft>
                <a:spcPts val="0"/>
              </a:spcAft>
              <a:buNone/>
            </a:pPr>
            <a:r>
              <a:rPr lang="en-GB" dirty="0">
                <a:solidFill>
                  <a:schemeClr val="lt1"/>
                </a:solidFill>
              </a:rPr>
              <a:t>It is observed that if all the values in the dataset are the same, then all geometric, arithmetic and harmonic mean values are the same. If there is variability in the data, then the mean value differs. Calculating the mean value is completely easy. </a:t>
            </a:r>
            <a:endParaRPr dirty="0">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5"/>
          <p:cNvSpPr txBox="1"/>
          <p:nvPr/>
        </p:nvSpPr>
        <p:spPr>
          <a:xfrm>
            <a:off x="595850" y="332300"/>
            <a:ext cx="8341800" cy="3848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400" u="sng" dirty="0">
                <a:solidFill>
                  <a:schemeClr val="accent2"/>
                </a:solidFill>
              </a:rPr>
              <a:t>Median</a:t>
            </a:r>
            <a:endParaRPr sz="1400" u="sng" dirty="0">
              <a:solidFill>
                <a:schemeClr val="accent2"/>
              </a:solidFill>
            </a:endParaRPr>
          </a:p>
          <a:p>
            <a:pPr marL="0" lvl="0" indent="0" algn="l" rtl="0">
              <a:spcBef>
                <a:spcPts val="0"/>
              </a:spcBef>
              <a:spcAft>
                <a:spcPts val="0"/>
              </a:spcAft>
              <a:buNone/>
            </a:pPr>
            <a:endParaRPr sz="1400" dirty="0">
              <a:solidFill>
                <a:schemeClr val="accent2"/>
              </a:solidFill>
            </a:endParaRPr>
          </a:p>
          <a:p>
            <a:pPr marL="0" lvl="0" indent="0" algn="l" rtl="0">
              <a:spcBef>
                <a:spcPts val="0"/>
              </a:spcBef>
              <a:spcAft>
                <a:spcPts val="0"/>
              </a:spcAft>
              <a:buNone/>
            </a:pPr>
            <a:r>
              <a:rPr lang="en-GB" sz="1400" dirty="0">
                <a:solidFill>
                  <a:schemeClr val="lt1"/>
                </a:solidFill>
              </a:rPr>
              <a:t>Median is the middle value of the dataset in which the dataset is arranged in the ascending order or in descending order. When the dataset contains an even number of values, then the median value of the dataset can be found by taking the mean of the middle two values.</a:t>
            </a:r>
            <a:endParaRPr sz="1400" dirty="0">
              <a:solidFill>
                <a:schemeClr val="lt1"/>
              </a:solidFill>
            </a:endParaRPr>
          </a:p>
          <a:p>
            <a:pPr marL="0" lvl="0" indent="0" algn="l" rtl="0">
              <a:spcBef>
                <a:spcPts val="0"/>
              </a:spcBef>
              <a:spcAft>
                <a:spcPts val="0"/>
              </a:spcAft>
              <a:buNone/>
            </a:pPr>
            <a:endParaRPr sz="1400" dirty="0">
              <a:solidFill>
                <a:schemeClr val="lt1"/>
              </a:solidFill>
            </a:endParaRPr>
          </a:p>
          <a:p>
            <a:pPr marL="0" lvl="0" indent="0" algn="l" rtl="0">
              <a:spcBef>
                <a:spcPts val="0"/>
              </a:spcBef>
              <a:spcAft>
                <a:spcPts val="0"/>
              </a:spcAft>
              <a:buNone/>
            </a:pPr>
            <a:r>
              <a:rPr lang="en-GB" sz="1400" dirty="0">
                <a:solidFill>
                  <a:schemeClr val="lt1"/>
                </a:solidFill>
              </a:rPr>
              <a:t>Consider the given dataset with the odd number of observations arranged in descending order – 23, 21, 18, 16, 15, 13, 12, 10, 9, 7, 6, 5, and 2</a:t>
            </a:r>
            <a:endParaRPr sz="1400" dirty="0">
              <a:solidFill>
                <a:schemeClr val="lt1"/>
              </a:solidFill>
            </a:endParaRPr>
          </a:p>
          <a:p>
            <a:pPr marL="0" lvl="0" indent="0" algn="l" rtl="0">
              <a:spcBef>
                <a:spcPts val="0"/>
              </a:spcBef>
              <a:spcAft>
                <a:spcPts val="0"/>
              </a:spcAft>
              <a:buNone/>
            </a:pPr>
            <a:endParaRPr sz="1400" dirty="0">
              <a:solidFill>
                <a:schemeClr val="lt1"/>
              </a:solidFill>
            </a:endParaRPr>
          </a:p>
          <a:p>
            <a:pPr marL="0" lvl="0" indent="0" algn="l" rtl="0">
              <a:spcBef>
                <a:spcPts val="0"/>
              </a:spcBef>
              <a:spcAft>
                <a:spcPts val="0"/>
              </a:spcAft>
              <a:buNone/>
            </a:pPr>
            <a:endParaRPr sz="1400" dirty="0">
              <a:solidFill>
                <a:schemeClr val="lt1"/>
              </a:solidFill>
            </a:endParaRPr>
          </a:p>
          <a:p>
            <a:pPr marL="0" lvl="0" indent="0" algn="l" rtl="0">
              <a:spcBef>
                <a:spcPts val="0"/>
              </a:spcBef>
              <a:spcAft>
                <a:spcPts val="0"/>
              </a:spcAft>
              <a:buNone/>
            </a:pPr>
            <a:r>
              <a:rPr lang="en-GB" sz="1400" u="sng" dirty="0">
                <a:solidFill>
                  <a:schemeClr val="accent2"/>
                </a:solidFill>
              </a:rPr>
              <a:t>Mode</a:t>
            </a:r>
            <a:endParaRPr sz="1400" u="sng" dirty="0">
              <a:solidFill>
                <a:schemeClr val="accent2"/>
              </a:solidFill>
            </a:endParaRPr>
          </a:p>
          <a:p>
            <a:pPr marL="0" lvl="0" indent="0" algn="l" rtl="0">
              <a:spcBef>
                <a:spcPts val="0"/>
              </a:spcBef>
              <a:spcAft>
                <a:spcPts val="0"/>
              </a:spcAft>
              <a:buNone/>
            </a:pPr>
            <a:endParaRPr sz="1400" dirty="0">
              <a:solidFill>
                <a:schemeClr val="accent2"/>
              </a:solidFill>
            </a:endParaRPr>
          </a:p>
          <a:p>
            <a:pPr marL="0" lvl="0" indent="0" algn="l" rtl="0">
              <a:spcBef>
                <a:spcPts val="0"/>
              </a:spcBef>
              <a:spcAft>
                <a:spcPts val="0"/>
              </a:spcAft>
              <a:buNone/>
            </a:pPr>
            <a:r>
              <a:rPr lang="en-GB" sz="1400" dirty="0">
                <a:solidFill>
                  <a:schemeClr val="lt1"/>
                </a:solidFill>
              </a:rPr>
              <a:t>The mode represents the frequently occurring value in the dataset. Sometimes the dataset may contain multiple modes and in some cases, it does not contain any mode at all.</a:t>
            </a:r>
            <a:endParaRPr sz="1400" dirty="0">
              <a:solidFill>
                <a:schemeClr val="lt1"/>
              </a:solidFill>
            </a:endParaRPr>
          </a:p>
          <a:p>
            <a:pPr marL="0" lvl="0" indent="0" algn="l" rtl="0">
              <a:spcBef>
                <a:spcPts val="0"/>
              </a:spcBef>
              <a:spcAft>
                <a:spcPts val="0"/>
              </a:spcAft>
              <a:buNone/>
            </a:pPr>
            <a:endParaRPr sz="1400" dirty="0">
              <a:solidFill>
                <a:schemeClr val="lt1"/>
              </a:solidFill>
            </a:endParaRPr>
          </a:p>
          <a:p>
            <a:pPr marL="0" lvl="0" indent="0" algn="l" rtl="0">
              <a:spcBef>
                <a:spcPts val="0"/>
              </a:spcBef>
              <a:spcAft>
                <a:spcPts val="0"/>
              </a:spcAft>
              <a:buNone/>
            </a:pPr>
            <a:r>
              <a:rPr lang="en-GB" sz="1400" dirty="0">
                <a:solidFill>
                  <a:schemeClr val="lt1"/>
                </a:solidFill>
              </a:rPr>
              <a:t>Consider the given dataset 5, 4, 2, 3, 2, 1, 5, 4, 5</a:t>
            </a:r>
            <a:endParaRPr sz="1400" dirty="0">
              <a:solidFill>
                <a:schemeClr val="lt1"/>
              </a:solidFill>
            </a:endParaRPr>
          </a:p>
          <a:p>
            <a:pPr marL="0" lvl="0" indent="0" algn="l" rtl="0">
              <a:spcBef>
                <a:spcPts val="0"/>
              </a:spcBef>
              <a:spcAft>
                <a:spcPts val="0"/>
              </a:spcAft>
              <a:buNone/>
            </a:pPr>
            <a:endParaRPr sz="1400" dirty="0">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16"/>
          <p:cNvSpPr txBox="1"/>
          <p:nvPr/>
        </p:nvSpPr>
        <p:spPr>
          <a:xfrm>
            <a:off x="572925" y="458350"/>
            <a:ext cx="8330400" cy="449350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400" u="sng" dirty="0">
                <a:solidFill>
                  <a:schemeClr val="accent2"/>
                </a:solidFill>
              </a:rPr>
              <a:t>Types of Measures of Dispersion:</a:t>
            </a:r>
            <a:endParaRPr sz="1400" u="sng" dirty="0">
              <a:solidFill>
                <a:schemeClr val="accent2"/>
              </a:solidFill>
            </a:endParaRPr>
          </a:p>
          <a:p>
            <a:pPr marL="0" lvl="0" indent="0" algn="l" rtl="0">
              <a:spcBef>
                <a:spcPts val="0"/>
              </a:spcBef>
              <a:spcAft>
                <a:spcPts val="0"/>
              </a:spcAft>
              <a:buNone/>
            </a:pPr>
            <a:endParaRPr sz="1400" u="sng" dirty="0">
              <a:solidFill>
                <a:schemeClr val="accent2"/>
              </a:solidFill>
            </a:endParaRPr>
          </a:p>
          <a:p>
            <a:pPr marL="0" lvl="0" indent="0" algn="l" rtl="0">
              <a:spcBef>
                <a:spcPts val="0"/>
              </a:spcBef>
              <a:spcAft>
                <a:spcPts val="0"/>
              </a:spcAft>
              <a:buNone/>
            </a:pPr>
            <a:r>
              <a:rPr lang="en-GB" sz="1400" dirty="0">
                <a:solidFill>
                  <a:schemeClr val="lt1"/>
                </a:solidFill>
              </a:rPr>
              <a:t>There are two main types of dispersion methods in statistics which are:</a:t>
            </a:r>
            <a:endParaRPr sz="1400" dirty="0">
              <a:solidFill>
                <a:schemeClr val="lt1"/>
              </a:solidFill>
            </a:endParaRPr>
          </a:p>
          <a:p>
            <a:pPr marL="0" lvl="0" indent="0" algn="l" rtl="0">
              <a:spcBef>
                <a:spcPts val="0"/>
              </a:spcBef>
              <a:spcAft>
                <a:spcPts val="0"/>
              </a:spcAft>
              <a:buNone/>
            </a:pPr>
            <a:endParaRPr sz="1400" dirty="0">
              <a:solidFill>
                <a:schemeClr val="lt1"/>
              </a:solidFill>
            </a:endParaRPr>
          </a:p>
          <a:p>
            <a:pPr marL="457200" lvl="0" indent="-317500" algn="l" rtl="0">
              <a:spcBef>
                <a:spcPts val="0"/>
              </a:spcBef>
              <a:spcAft>
                <a:spcPts val="0"/>
              </a:spcAft>
              <a:buClr>
                <a:schemeClr val="lt1"/>
              </a:buClr>
              <a:buSzPts val="1400"/>
              <a:buChar char="●"/>
            </a:pPr>
            <a:r>
              <a:rPr lang="en-GB" sz="1400" dirty="0">
                <a:solidFill>
                  <a:schemeClr val="lt1"/>
                </a:solidFill>
              </a:rPr>
              <a:t>Absolute Measure of Dispersion</a:t>
            </a:r>
            <a:endParaRPr sz="1400" dirty="0">
              <a:solidFill>
                <a:schemeClr val="lt1"/>
              </a:solidFill>
            </a:endParaRPr>
          </a:p>
          <a:p>
            <a:pPr marL="457200" lvl="0" indent="-317500" algn="l" rtl="0">
              <a:spcBef>
                <a:spcPts val="0"/>
              </a:spcBef>
              <a:spcAft>
                <a:spcPts val="0"/>
              </a:spcAft>
              <a:buClr>
                <a:schemeClr val="lt1"/>
              </a:buClr>
              <a:buSzPts val="1400"/>
              <a:buChar char="●"/>
            </a:pPr>
            <a:r>
              <a:rPr lang="en-GB" sz="1400" dirty="0">
                <a:solidFill>
                  <a:schemeClr val="lt1"/>
                </a:solidFill>
              </a:rPr>
              <a:t>Relative Measure of Dispersion</a:t>
            </a:r>
            <a:endParaRPr lang="lt-LT" sz="1400">
              <a:solidFill>
                <a:schemeClr val="lt1"/>
              </a:solidFill>
            </a:endParaRPr>
          </a:p>
          <a:p>
            <a:pPr marL="457200" lvl="0" indent="-317500" algn="l" rtl="0">
              <a:spcBef>
                <a:spcPts val="0"/>
              </a:spcBef>
              <a:spcAft>
                <a:spcPts val="0"/>
              </a:spcAft>
              <a:buClr>
                <a:schemeClr val="lt1"/>
              </a:buClr>
              <a:buSzPts val="1400"/>
              <a:buChar char="●"/>
            </a:pPr>
            <a:endParaRPr sz="1400" dirty="0">
              <a:solidFill>
                <a:schemeClr val="lt1"/>
              </a:solidFill>
            </a:endParaRPr>
          </a:p>
          <a:p>
            <a:pPr marL="0" lvl="0" indent="0" algn="l" rtl="0">
              <a:spcBef>
                <a:spcPts val="0"/>
              </a:spcBef>
              <a:spcAft>
                <a:spcPts val="0"/>
              </a:spcAft>
              <a:buNone/>
            </a:pPr>
            <a:r>
              <a:rPr lang="en-GB" sz="1400" dirty="0">
                <a:solidFill>
                  <a:schemeClr val="lt1"/>
                </a:solidFill>
              </a:rPr>
              <a:t>An absolute measure of dispersion contains the same unit as the original data set. The absolute dispersion method expresses the variations in terms of the average of deviations of observations like standard or means deviations. It includes range, standard deviation, quartile deviation, etc.</a:t>
            </a:r>
            <a:endParaRPr sz="1400" dirty="0">
              <a:solidFill>
                <a:schemeClr val="lt1"/>
              </a:solidFill>
            </a:endParaRPr>
          </a:p>
          <a:p>
            <a:pPr marL="0" lvl="0" indent="0" algn="l" rtl="0">
              <a:spcBef>
                <a:spcPts val="0"/>
              </a:spcBef>
              <a:spcAft>
                <a:spcPts val="0"/>
              </a:spcAft>
              <a:buNone/>
            </a:pPr>
            <a:endParaRPr sz="1400" dirty="0">
              <a:solidFill>
                <a:schemeClr val="lt1"/>
              </a:solidFill>
            </a:endParaRPr>
          </a:p>
          <a:p>
            <a:pPr marL="0" lvl="0" indent="0" algn="l" rtl="0">
              <a:spcBef>
                <a:spcPts val="0"/>
              </a:spcBef>
              <a:spcAft>
                <a:spcPts val="0"/>
              </a:spcAft>
              <a:buNone/>
            </a:pPr>
            <a:r>
              <a:rPr lang="en-GB" sz="1400" u="sng" dirty="0">
                <a:solidFill>
                  <a:schemeClr val="accent6"/>
                </a:solidFill>
              </a:rPr>
              <a:t>The types of absolute measures of dispersion are:</a:t>
            </a:r>
            <a:endParaRPr sz="1400" u="sng" dirty="0">
              <a:solidFill>
                <a:schemeClr val="accent6"/>
              </a:solidFill>
            </a:endParaRPr>
          </a:p>
          <a:p>
            <a:pPr marL="0" lvl="0" indent="0" algn="l" rtl="0">
              <a:spcBef>
                <a:spcPts val="0"/>
              </a:spcBef>
              <a:spcAft>
                <a:spcPts val="0"/>
              </a:spcAft>
              <a:buNone/>
            </a:pPr>
            <a:endParaRPr sz="1400" dirty="0">
              <a:solidFill>
                <a:schemeClr val="lt1"/>
              </a:solidFill>
            </a:endParaRPr>
          </a:p>
          <a:p>
            <a:pPr marL="0" lvl="0" indent="0" algn="l" rtl="0">
              <a:spcBef>
                <a:spcPts val="0"/>
              </a:spcBef>
              <a:spcAft>
                <a:spcPts val="0"/>
              </a:spcAft>
              <a:buNone/>
            </a:pPr>
            <a:r>
              <a:rPr lang="en-GB" sz="1400" dirty="0">
                <a:solidFill>
                  <a:schemeClr val="accent2"/>
                </a:solidFill>
              </a:rPr>
              <a:t>Range</a:t>
            </a:r>
            <a:r>
              <a:rPr lang="en-GB" sz="1400" dirty="0">
                <a:solidFill>
                  <a:schemeClr val="lt1"/>
                </a:solidFill>
              </a:rPr>
              <a:t>: It is simply the difference between the maximum value and the minimum value given in a data set. Example: 1, 3,5, 6, 7 =&gt; Range = 7 -1= 6</a:t>
            </a:r>
            <a:endParaRPr sz="1400" dirty="0">
              <a:solidFill>
                <a:schemeClr val="lt1"/>
              </a:solidFill>
            </a:endParaRPr>
          </a:p>
          <a:p>
            <a:pPr marL="0" lvl="0" indent="0" algn="l" rtl="0">
              <a:spcBef>
                <a:spcPts val="0"/>
              </a:spcBef>
              <a:spcAft>
                <a:spcPts val="0"/>
              </a:spcAft>
              <a:buNone/>
            </a:pPr>
            <a:endParaRPr sz="1400" dirty="0">
              <a:solidFill>
                <a:schemeClr val="lt1"/>
              </a:solidFill>
            </a:endParaRPr>
          </a:p>
          <a:p>
            <a:pPr marL="0" lvl="0" indent="0" algn="l" rtl="0">
              <a:spcBef>
                <a:spcPts val="0"/>
              </a:spcBef>
              <a:spcAft>
                <a:spcPts val="0"/>
              </a:spcAft>
              <a:buNone/>
            </a:pPr>
            <a:r>
              <a:rPr lang="en-GB" sz="1400" dirty="0">
                <a:solidFill>
                  <a:schemeClr val="accent2"/>
                </a:solidFill>
              </a:rPr>
              <a:t>Variance</a:t>
            </a:r>
            <a:r>
              <a:rPr lang="en-GB" sz="1400" dirty="0">
                <a:solidFill>
                  <a:schemeClr val="lt1"/>
                </a:solidFill>
              </a:rPr>
              <a:t>: Deduct the mean from each data in the set, square each of them and add each square and finally divide them by the total no of values in the data set to get the variance. Variance (σ2) = ∑(X−μ)2/N</a:t>
            </a:r>
            <a:endParaRPr sz="1400" dirty="0">
              <a:solidFill>
                <a:schemeClr val="lt1"/>
              </a:solidFill>
            </a:endParaRPr>
          </a:p>
          <a:p>
            <a:pPr marL="0" lvl="0" indent="0" algn="l" rtl="0">
              <a:spcBef>
                <a:spcPts val="0"/>
              </a:spcBef>
              <a:spcAft>
                <a:spcPts val="0"/>
              </a:spcAft>
              <a:buNone/>
            </a:pPr>
            <a:endParaRPr sz="1400" dirty="0">
              <a:solidFill>
                <a:schemeClr val="lt1"/>
              </a:solidFill>
            </a:endParaRPr>
          </a:p>
          <a:p>
            <a:pPr marL="0" lvl="0" indent="0" algn="l" rtl="0">
              <a:spcBef>
                <a:spcPts val="0"/>
              </a:spcBef>
              <a:spcAft>
                <a:spcPts val="0"/>
              </a:spcAft>
              <a:buNone/>
            </a:pPr>
            <a:endParaRPr sz="1400" dirty="0">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7"/>
          <p:cNvSpPr txBox="1"/>
          <p:nvPr/>
        </p:nvSpPr>
        <p:spPr>
          <a:xfrm>
            <a:off x="468750" y="291375"/>
            <a:ext cx="8259900" cy="4617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400" dirty="0">
                <a:solidFill>
                  <a:schemeClr val="accent2"/>
                </a:solidFill>
              </a:rPr>
              <a:t>Standard Deviation:</a:t>
            </a:r>
            <a:r>
              <a:rPr lang="en-GB" sz="1400" dirty="0">
                <a:solidFill>
                  <a:schemeClr val="lt1"/>
                </a:solidFill>
              </a:rPr>
              <a:t> The square root of the variance is known as the standard deviation i.e. S.D. = √σ.</a:t>
            </a:r>
            <a:endParaRPr sz="1400" dirty="0">
              <a:solidFill>
                <a:schemeClr val="lt1"/>
              </a:solidFill>
            </a:endParaRPr>
          </a:p>
          <a:p>
            <a:pPr marL="0" lvl="0" indent="0" algn="l" rtl="0">
              <a:spcBef>
                <a:spcPts val="0"/>
              </a:spcBef>
              <a:spcAft>
                <a:spcPts val="0"/>
              </a:spcAft>
              <a:buNone/>
            </a:pPr>
            <a:endParaRPr sz="1400" dirty="0">
              <a:solidFill>
                <a:schemeClr val="lt1"/>
              </a:solidFill>
            </a:endParaRPr>
          </a:p>
          <a:p>
            <a:pPr marL="0" lvl="0" indent="0" algn="l" rtl="0">
              <a:spcBef>
                <a:spcPts val="0"/>
              </a:spcBef>
              <a:spcAft>
                <a:spcPts val="0"/>
              </a:spcAft>
              <a:buNone/>
            </a:pPr>
            <a:r>
              <a:rPr lang="en-GB" sz="1400" dirty="0">
                <a:solidFill>
                  <a:schemeClr val="accent2"/>
                </a:solidFill>
              </a:rPr>
              <a:t>Quartiles and Quartile Deviation: </a:t>
            </a:r>
            <a:r>
              <a:rPr lang="en-GB" sz="1400" dirty="0">
                <a:solidFill>
                  <a:schemeClr val="lt1"/>
                </a:solidFill>
              </a:rPr>
              <a:t>The quartiles are values that divide a list of numbers into quarters. The quartile deviation is half of the distance between the third and the first quartile.</a:t>
            </a:r>
            <a:endParaRPr sz="1400" dirty="0">
              <a:solidFill>
                <a:schemeClr val="lt1"/>
              </a:solidFill>
            </a:endParaRPr>
          </a:p>
          <a:p>
            <a:pPr marL="0" lvl="0" indent="0" algn="l" rtl="0">
              <a:spcBef>
                <a:spcPts val="0"/>
              </a:spcBef>
              <a:spcAft>
                <a:spcPts val="0"/>
              </a:spcAft>
              <a:buNone/>
            </a:pPr>
            <a:endParaRPr sz="1400" dirty="0">
              <a:solidFill>
                <a:schemeClr val="lt1"/>
              </a:solidFill>
            </a:endParaRPr>
          </a:p>
          <a:p>
            <a:pPr marL="0" lvl="0" indent="0" algn="l" rtl="0">
              <a:spcBef>
                <a:spcPts val="0"/>
              </a:spcBef>
              <a:spcAft>
                <a:spcPts val="0"/>
              </a:spcAft>
              <a:buNone/>
            </a:pPr>
            <a:r>
              <a:rPr lang="en-GB" sz="1400" dirty="0">
                <a:solidFill>
                  <a:schemeClr val="accent2"/>
                </a:solidFill>
              </a:rPr>
              <a:t>Mean and Mean Deviation: </a:t>
            </a:r>
            <a:r>
              <a:rPr lang="en-GB" sz="1400" dirty="0">
                <a:solidFill>
                  <a:schemeClr val="lt1"/>
                </a:solidFill>
              </a:rPr>
              <a:t>The average of numbers is known as the mean and the arithmetic mean of the absolute deviations of the observations from a measure of central tendency is known as the mean deviation (also called mean absolute deviation).</a:t>
            </a:r>
            <a:endParaRPr sz="1400" dirty="0">
              <a:solidFill>
                <a:schemeClr val="lt1"/>
              </a:solidFill>
            </a:endParaRPr>
          </a:p>
          <a:p>
            <a:pPr marL="0" lvl="0" indent="0" algn="l" rtl="0">
              <a:spcBef>
                <a:spcPts val="0"/>
              </a:spcBef>
              <a:spcAft>
                <a:spcPts val="0"/>
              </a:spcAft>
              <a:buNone/>
            </a:pPr>
            <a:endParaRPr sz="1400" dirty="0">
              <a:solidFill>
                <a:schemeClr val="lt1"/>
              </a:solidFill>
            </a:endParaRPr>
          </a:p>
          <a:p>
            <a:pPr marL="0" lvl="0" indent="0" algn="l" rtl="0">
              <a:spcBef>
                <a:spcPts val="0"/>
              </a:spcBef>
              <a:spcAft>
                <a:spcPts val="0"/>
              </a:spcAft>
              <a:buNone/>
            </a:pPr>
            <a:r>
              <a:rPr lang="en-GB" sz="1400" u="sng" dirty="0">
                <a:solidFill>
                  <a:schemeClr val="accent6"/>
                </a:solidFill>
              </a:rPr>
              <a:t>Relative Measure of Dispersion:</a:t>
            </a:r>
            <a:endParaRPr sz="1400" u="sng" dirty="0">
              <a:solidFill>
                <a:schemeClr val="accent6"/>
              </a:solidFill>
            </a:endParaRPr>
          </a:p>
          <a:p>
            <a:pPr marL="0" lvl="0" indent="0" algn="l" rtl="0">
              <a:spcBef>
                <a:spcPts val="0"/>
              </a:spcBef>
              <a:spcAft>
                <a:spcPts val="0"/>
              </a:spcAft>
              <a:buNone/>
            </a:pPr>
            <a:endParaRPr sz="1400" u="sng" dirty="0">
              <a:solidFill>
                <a:schemeClr val="accent2"/>
              </a:solidFill>
            </a:endParaRPr>
          </a:p>
          <a:p>
            <a:pPr marL="0" lvl="0" indent="0" algn="l" rtl="0">
              <a:spcBef>
                <a:spcPts val="0"/>
              </a:spcBef>
              <a:spcAft>
                <a:spcPts val="0"/>
              </a:spcAft>
              <a:buNone/>
            </a:pPr>
            <a:r>
              <a:rPr lang="en-GB" sz="1400" dirty="0">
                <a:solidFill>
                  <a:schemeClr val="lt1"/>
                </a:solidFill>
              </a:rPr>
              <a:t>The relative measures of dispersion are used to compare the distribution of two or more data sets. This measure compares values without units. Common relative dispersion methods include:</a:t>
            </a:r>
            <a:endParaRPr sz="1400" dirty="0">
              <a:solidFill>
                <a:schemeClr val="lt1"/>
              </a:solidFill>
            </a:endParaRPr>
          </a:p>
          <a:p>
            <a:pPr marL="0" lvl="0" indent="0" algn="l" rtl="0">
              <a:spcBef>
                <a:spcPts val="0"/>
              </a:spcBef>
              <a:spcAft>
                <a:spcPts val="0"/>
              </a:spcAft>
              <a:buNone/>
            </a:pPr>
            <a:endParaRPr sz="1400" dirty="0">
              <a:solidFill>
                <a:schemeClr val="lt1"/>
              </a:solidFill>
            </a:endParaRPr>
          </a:p>
          <a:p>
            <a:pPr marL="457200" lvl="0" indent="-317500" algn="l" rtl="0">
              <a:spcBef>
                <a:spcPts val="0"/>
              </a:spcBef>
              <a:spcAft>
                <a:spcPts val="0"/>
              </a:spcAft>
              <a:buClr>
                <a:schemeClr val="lt1"/>
              </a:buClr>
              <a:buSzPts val="1400"/>
              <a:buChar char="●"/>
            </a:pPr>
            <a:r>
              <a:rPr lang="en-GB" sz="1400" dirty="0">
                <a:solidFill>
                  <a:schemeClr val="lt1"/>
                </a:solidFill>
              </a:rPr>
              <a:t>Co-efficient of Range</a:t>
            </a:r>
            <a:endParaRPr sz="1400" dirty="0">
              <a:solidFill>
                <a:schemeClr val="lt1"/>
              </a:solidFill>
            </a:endParaRPr>
          </a:p>
          <a:p>
            <a:pPr marL="457200" lvl="0" indent="-317500" algn="l" rtl="0">
              <a:spcBef>
                <a:spcPts val="0"/>
              </a:spcBef>
              <a:spcAft>
                <a:spcPts val="0"/>
              </a:spcAft>
              <a:buClr>
                <a:schemeClr val="lt1"/>
              </a:buClr>
              <a:buSzPts val="1400"/>
              <a:buChar char="●"/>
            </a:pPr>
            <a:r>
              <a:rPr lang="en-GB" sz="1400" dirty="0">
                <a:solidFill>
                  <a:schemeClr val="lt1"/>
                </a:solidFill>
              </a:rPr>
              <a:t>Co-efficient of Variation</a:t>
            </a:r>
            <a:endParaRPr sz="1400" dirty="0">
              <a:solidFill>
                <a:schemeClr val="lt1"/>
              </a:solidFill>
            </a:endParaRPr>
          </a:p>
          <a:p>
            <a:pPr marL="457200" lvl="0" indent="-317500" algn="l" rtl="0">
              <a:spcBef>
                <a:spcPts val="0"/>
              </a:spcBef>
              <a:spcAft>
                <a:spcPts val="0"/>
              </a:spcAft>
              <a:buClr>
                <a:schemeClr val="lt1"/>
              </a:buClr>
              <a:buSzPts val="1400"/>
              <a:buChar char="●"/>
            </a:pPr>
            <a:r>
              <a:rPr lang="en-GB" sz="1400" dirty="0">
                <a:solidFill>
                  <a:schemeClr val="lt1"/>
                </a:solidFill>
              </a:rPr>
              <a:t>Co-efficient of Standard Deviation</a:t>
            </a:r>
            <a:endParaRPr sz="1400" dirty="0">
              <a:solidFill>
                <a:schemeClr val="lt1"/>
              </a:solidFill>
            </a:endParaRPr>
          </a:p>
          <a:p>
            <a:pPr marL="457200" lvl="0" indent="-317500" algn="l" rtl="0">
              <a:spcBef>
                <a:spcPts val="0"/>
              </a:spcBef>
              <a:spcAft>
                <a:spcPts val="0"/>
              </a:spcAft>
              <a:buClr>
                <a:schemeClr val="lt1"/>
              </a:buClr>
              <a:buSzPts val="1400"/>
              <a:buChar char="●"/>
            </a:pPr>
            <a:r>
              <a:rPr lang="en-GB" sz="1400" dirty="0">
                <a:solidFill>
                  <a:schemeClr val="lt1"/>
                </a:solidFill>
              </a:rPr>
              <a:t>Co-efficient of Quartile Deviation</a:t>
            </a:r>
            <a:endParaRPr sz="1400" dirty="0">
              <a:solidFill>
                <a:schemeClr val="lt1"/>
              </a:solidFill>
            </a:endParaRPr>
          </a:p>
          <a:p>
            <a:pPr marL="457200" lvl="0" indent="-317500" algn="l" rtl="0">
              <a:spcBef>
                <a:spcPts val="0"/>
              </a:spcBef>
              <a:spcAft>
                <a:spcPts val="0"/>
              </a:spcAft>
              <a:buClr>
                <a:schemeClr val="lt1"/>
              </a:buClr>
              <a:buSzPts val="1400"/>
              <a:buChar char="●"/>
            </a:pPr>
            <a:r>
              <a:rPr lang="en-GB" sz="1400" dirty="0">
                <a:solidFill>
                  <a:schemeClr val="lt1"/>
                </a:solidFill>
              </a:rPr>
              <a:t>Co-efficient of Mean Deviation</a:t>
            </a:r>
            <a:endParaRPr sz="1400" dirty="0">
              <a:solidFill>
                <a:schemeClr val="lt1"/>
              </a:solidFill>
            </a:endParaRPr>
          </a:p>
          <a:p>
            <a:pPr marL="0" lvl="0" indent="0" algn="l" rtl="0">
              <a:spcBef>
                <a:spcPts val="0"/>
              </a:spcBef>
              <a:spcAft>
                <a:spcPts val="0"/>
              </a:spcAft>
              <a:buNone/>
            </a:pPr>
            <a:endParaRPr sz="1400" dirty="0">
              <a:solidFill>
                <a:schemeClr val="lt1"/>
              </a:solidFill>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kalūnas">
  <a:themeElements>
    <a:clrScheme name="Skalūnas">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kalūnas">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kalūnas">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as" ma:contentTypeID="0x010100753C69E30CD2E346B0231A1827D4E953" ma:contentTypeVersion="32" ma:contentTypeDescription="Kurkite naują dokumentą." ma:contentTypeScope="" ma:versionID="809ac949904d02c312bdad0800d9e5ec">
  <xsd:schema xmlns:xsd="http://www.w3.org/2001/XMLSchema" xmlns:xs="http://www.w3.org/2001/XMLSchema" xmlns:p="http://schemas.microsoft.com/office/2006/metadata/properties" xmlns:ns2="662e3587-765d-4918-9d92-5b93275042d2" xmlns:ns3="eb74e56a-683e-4ac4-9917-2810b22b5cab" targetNamespace="http://schemas.microsoft.com/office/2006/metadata/properties" ma:root="true" ma:fieldsID="7810e61893e78777e4b537f36b79e890" ns2:_="" ns3:_="">
    <xsd:import namespace="662e3587-765d-4918-9d92-5b93275042d2"/>
    <xsd:import namespace="eb74e56a-683e-4ac4-9917-2810b22b5ca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62e3587-765d-4918-9d92-5b93275042d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Vaizdų žymės" ma:readOnly="false" ma:fieldId="{5cf76f15-5ced-4ddc-b409-7134ff3c332f}" ma:taxonomyMulti="true" ma:sspId="170f77d6-0e01-4d43-ba48-7d2f3bc0a531"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NotebookType" ma:index="19" nillable="true" ma:displayName="Notebook Type" ma:internalName="NotebookType">
      <xsd:simpleType>
        <xsd:restriction base="dms:Text"/>
      </xsd:simpleType>
    </xsd:element>
    <xsd:element name="FolderType" ma:index="20" nillable="true" ma:displayName="Folder Type" ma:internalName="FolderType">
      <xsd:simpleType>
        <xsd:restriction base="dms:Text"/>
      </xsd:simpleType>
    </xsd:element>
    <xsd:element name="CultureName" ma:index="21" nillable="true" ma:displayName="Culture Name" ma:internalName="CultureName">
      <xsd:simpleType>
        <xsd:restriction base="dms:Text"/>
      </xsd:simpleType>
    </xsd:element>
    <xsd:element name="AppVersion" ma:index="22" nillable="true" ma:displayName="App Version" ma:internalName="AppVersion">
      <xsd:simpleType>
        <xsd:restriction base="dms:Text"/>
      </xsd:simpleType>
    </xsd:element>
    <xsd:element name="TeamsChannelId" ma:index="23" nillable="true" ma:displayName="Teams Channel Id" ma:internalName="TeamsChannelId">
      <xsd:simpleType>
        <xsd:restriction base="dms:Text"/>
      </xsd:simpleType>
    </xsd:element>
    <xsd:element name="Owner" ma:index="24"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25" nillable="true" ma:displayName="Math Settings" ma:internalName="Math_Settings">
      <xsd:simpleType>
        <xsd:restriction base="dms:Text"/>
      </xsd:simpleType>
    </xsd:element>
    <xsd:element name="DefaultSectionNames" ma:index="26" nillable="true" ma:displayName="Default Section Names" ma:internalName="DefaultSectionNames">
      <xsd:simpleType>
        <xsd:restriction base="dms:Note">
          <xsd:maxLength value="255"/>
        </xsd:restriction>
      </xsd:simpleType>
    </xsd:element>
    <xsd:element name="Templates" ma:index="27" nillable="true" ma:displayName="Templates" ma:internalName="Templates">
      <xsd:simpleType>
        <xsd:restriction base="dms:Note">
          <xsd:maxLength value="255"/>
        </xsd:restriction>
      </xsd:simpleType>
    </xsd:element>
    <xsd:element name="Teachers" ma:index="28"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29"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30"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31" nillable="true" ma:displayName="Distribution Groups" ma:internalName="Distribution_Groups">
      <xsd:simpleType>
        <xsd:restriction base="dms:Note">
          <xsd:maxLength value="255"/>
        </xsd:restriction>
      </xsd:simpleType>
    </xsd:element>
    <xsd:element name="LMS_Mappings" ma:index="32" nillable="true" ma:displayName="LMS Mappings" ma:internalName="LMS_Mappings">
      <xsd:simpleType>
        <xsd:restriction base="dms:Note">
          <xsd:maxLength value="255"/>
        </xsd:restriction>
      </xsd:simpleType>
    </xsd:element>
    <xsd:element name="Invited_Teachers" ma:index="33" nillable="true" ma:displayName="Invited Teachers" ma:internalName="Invited_Teachers">
      <xsd:simpleType>
        <xsd:restriction base="dms:Note">
          <xsd:maxLength value="255"/>
        </xsd:restriction>
      </xsd:simpleType>
    </xsd:element>
    <xsd:element name="Invited_Students" ma:index="34" nillable="true" ma:displayName="Invited Students" ma:internalName="Invited_Students">
      <xsd:simpleType>
        <xsd:restriction base="dms:Note">
          <xsd:maxLength value="255"/>
        </xsd:restriction>
      </xsd:simpleType>
    </xsd:element>
    <xsd:element name="Self_Registration_Enabled" ma:index="35" nillable="true" ma:displayName="Self Registration Enabled" ma:internalName="Self_Registration_Enabled">
      <xsd:simpleType>
        <xsd:restriction base="dms:Boolean"/>
      </xsd:simpleType>
    </xsd:element>
    <xsd:element name="Has_Teacher_Only_SectionGroup" ma:index="36" nillable="true" ma:displayName="Has Teacher Only SectionGroup" ma:internalName="Has_Teacher_Only_SectionGroup">
      <xsd:simpleType>
        <xsd:restriction base="dms:Boolean"/>
      </xsd:simpleType>
    </xsd:element>
    <xsd:element name="Is_Collaboration_Space_Locked" ma:index="37" nillable="true" ma:displayName="Is Collaboration Space Locked" ma:internalName="Is_Collaboration_Space_Locked">
      <xsd:simpleType>
        <xsd:restriction base="dms:Boolean"/>
      </xsd:simpleType>
    </xsd:element>
    <xsd:element name="IsNotebookLocked" ma:index="38" nillable="true" ma:displayName="Is Notebook Locked" ma:internalName="IsNotebookLocked">
      <xsd:simpleType>
        <xsd:restriction base="dms:Boolean"/>
      </xsd:simpleType>
    </xsd:element>
    <xsd:element name="Teams_Channel_Section_Location" ma:index="39" nillable="true" ma:displayName="Teams Channel Section Location" ma:internalName="Teams_Channel_Section_Loca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b74e56a-683e-4ac4-9917-2810b22b5cab"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7668e2cc-9ecf-45c3-8926-07f8ce6bf3d7}" ma:internalName="TaxCatchAll" ma:showField="CatchAllData" ma:web="eb74e56a-683e-4ac4-9917-2810b22b5ca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urinio tipas"/>
        <xsd:element ref="dc:title" minOccurs="0" maxOccurs="1" ma:index="4" ma:displayName="Antraštė"/>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Invited_Teachers xmlns="662e3587-765d-4918-9d92-5b93275042d2" xsi:nil="true"/>
    <DefaultSectionNames xmlns="662e3587-765d-4918-9d92-5b93275042d2" xsi:nil="true"/>
    <Teams_Channel_Section_Location xmlns="662e3587-765d-4918-9d92-5b93275042d2" xsi:nil="true"/>
    <Templates xmlns="662e3587-765d-4918-9d92-5b93275042d2" xsi:nil="true"/>
    <NotebookType xmlns="662e3587-765d-4918-9d92-5b93275042d2" xsi:nil="true"/>
    <Distribution_Groups xmlns="662e3587-765d-4918-9d92-5b93275042d2" xsi:nil="true"/>
    <TeamsChannelId xmlns="662e3587-765d-4918-9d92-5b93275042d2" xsi:nil="true"/>
    <Is_Collaboration_Space_Locked xmlns="662e3587-765d-4918-9d92-5b93275042d2" xsi:nil="true"/>
    <Owner xmlns="662e3587-765d-4918-9d92-5b93275042d2">
      <UserInfo>
        <DisplayName/>
        <AccountId xsi:nil="true"/>
        <AccountType/>
      </UserInfo>
    </Owner>
    <LMS_Mappings xmlns="662e3587-765d-4918-9d92-5b93275042d2" xsi:nil="true"/>
    <Invited_Students xmlns="662e3587-765d-4918-9d92-5b93275042d2" xsi:nil="true"/>
    <FolderType xmlns="662e3587-765d-4918-9d92-5b93275042d2" xsi:nil="true"/>
    <CultureName xmlns="662e3587-765d-4918-9d92-5b93275042d2" xsi:nil="true"/>
    <IsNotebookLocked xmlns="662e3587-765d-4918-9d92-5b93275042d2" xsi:nil="true"/>
    <Math_Settings xmlns="662e3587-765d-4918-9d92-5b93275042d2" xsi:nil="true"/>
    <Teachers xmlns="662e3587-765d-4918-9d92-5b93275042d2">
      <UserInfo>
        <DisplayName/>
        <AccountId xsi:nil="true"/>
        <AccountType/>
      </UserInfo>
    </Teachers>
    <Student_Groups xmlns="662e3587-765d-4918-9d92-5b93275042d2">
      <UserInfo>
        <DisplayName/>
        <AccountId xsi:nil="true"/>
        <AccountType/>
      </UserInfo>
    </Student_Groups>
    <TaxCatchAll xmlns="eb74e56a-683e-4ac4-9917-2810b22b5cab" xsi:nil="true"/>
    <AppVersion xmlns="662e3587-765d-4918-9d92-5b93275042d2" xsi:nil="true"/>
    <Self_Registration_Enabled xmlns="662e3587-765d-4918-9d92-5b93275042d2" xsi:nil="true"/>
    <Has_Teacher_Only_SectionGroup xmlns="662e3587-765d-4918-9d92-5b93275042d2" xsi:nil="true"/>
    <lcf76f155ced4ddcb4097134ff3c332f xmlns="662e3587-765d-4918-9d92-5b93275042d2">
      <Terms xmlns="http://schemas.microsoft.com/office/infopath/2007/PartnerControls"/>
    </lcf76f155ced4ddcb4097134ff3c332f>
    <Students xmlns="662e3587-765d-4918-9d92-5b93275042d2">
      <UserInfo>
        <DisplayName/>
        <AccountId xsi:nil="true"/>
        <AccountType/>
      </UserInfo>
    </Students>
  </documentManagement>
</p:properties>
</file>

<file path=customXml/itemProps1.xml><?xml version="1.0" encoding="utf-8"?>
<ds:datastoreItem xmlns:ds="http://schemas.openxmlformats.org/officeDocument/2006/customXml" ds:itemID="{7EEB13AB-1923-4064-9FCC-1C39B319DAA4}"/>
</file>

<file path=customXml/itemProps2.xml><?xml version="1.0" encoding="utf-8"?>
<ds:datastoreItem xmlns:ds="http://schemas.openxmlformats.org/officeDocument/2006/customXml" ds:itemID="{B375D1E7-6780-45DB-A0A3-F11EE6B31563}"/>
</file>

<file path=customXml/itemProps3.xml><?xml version="1.0" encoding="utf-8"?>
<ds:datastoreItem xmlns:ds="http://schemas.openxmlformats.org/officeDocument/2006/customXml" ds:itemID="{1672E954-76BA-48FA-AE79-D8DF3B7981D4}"/>
</file>

<file path=docProps/app.xml><?xml version="1.0" encoding="utf-8"?>
<Properties xmlns="http://schemas.openxmlformats.org/officeDocument/2006/extended-properties" xmlns:vt="http://schemas.openxmlformats.org/officeDocument/2006/docPropsVTypes">
  <Template>TM04033929[[fn=Skalūnas]]</Template>
  <TotalTime>76</TotalTime>
  <Words>650</Words>
  <Application>Microsoft Office PowerPoint</Application>
  <PresentationFormat>Demonstracija ekrane (16:9)</PresentationFormat>
  <Paragraphs>62</Paragraphs>
  <Slides>5</Slides>
  <Notes>5</Notes>
  <HiddenSlides>0</HiddenSlides>
  <MMClips>0</MMClips>
  <ScaleCrop>false</ScaleCrop>
  <HeadingPairs>
    <vt:vector size="6" baseType="variant">
      <vt:variant>
        <vt:lpstr>Naudojami šriftai</vt:lpstr>
      </vt:variant>
      <vt:variant>
        <vt:i4>3</vt:i4>
      </vt:variant>
      <vt:variant>
        <vt:lpstr>Tema</vt:lpstr>
      </vt:variant>
      <vt:variant>
        <vt:i4>1</vt:i4>
      </vt:variant>
      <vt:variant>
        <vt:lpstr>Skaidrių pavadinimai</vt:lpstr>
      </vt:variant>
      <vt:variant>
        <vt:i4>5</vt:i4>
      </vt:variant>
    </vt:vector>
  </HeadingPairs>
  <TitlesOfParts>
    <vt:vector size="9" baseType="lpstr">
      <vt:lpstr>Arial</vt:lpstr>
      <vt:lpstr>Calisto MT</vt:lpstr>
      <vt:lpstr>Wingdings 2</vt:lpstr>
      <vt:lpstr>Skalūnas</vt:lpstr>
      <vt:lpstr>„PowerPoint“ pateiktis</vt:lpstr>
      <vt:lpstr>„PowerPoint“ pateiktis</vt:lpstr>
      <vt:lpstr>„PowerPoint“ pateiktis</vt:lpstr>
      <vt:lpstr>„PowerPoint“ pateiktis</vt:lpstr>
      <vt:lpstr>„PowerPoint“ pateiktis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Žydrūnė Kelpšaitė</dc:creator>
  <cp:lastModifiedBy>Žydrūnė Kelpšaitė</cp:lastModifiedBy>
  <cp:revision>1</cp:revision>
  <dcterms:modified xsi:type="dcterms:W3CDTF">2026-02-17T12:08:04Z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0x010100753C69E30CD2E346B0231A1827D4E953</vt:lpwstr>
  </property>
</Properties>
</file>